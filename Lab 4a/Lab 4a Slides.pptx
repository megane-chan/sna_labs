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Helvetica Neue" panose="020B0604020202020204" charset="0"/>
      <p:regular r:id="rId25"/>
      <p:bold r:id="rId26"/>
      <p:italic r:id="rId27"/>
      <p:boldItalic r:id="rId28"/>
    </p:embeddedFont>
    <p:embeddedFont>
      <p:font typeface="Helvetica Neue Light" panose="020B060402020202020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86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6" d="100"/>
          <a:sy n="136" d="100"/>
        </p:scale>
        <p:origin x="88" y="120"/>
      </p:cViewPr>
      <p:guideLst>
        <p:guide orient="horz" pos="1620"/>
        <p:guide pos="2880"/>
        <p:guide orient="horz" pos="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sevolod Suschevskiy" userId="e8201536-76f1-4db2-b31d-df1aeee78554" providerId="ADAL" clId="{FE0879B5-5066-4E85-85A7-AE56D059F3CE}"/>
    <pc:docChg chg="modSld">
      <pc:chgData name="Vsevolod Suschevskiy" userId="e8201536-76f1-4db2-b31d-df1aeee78554" providerId="ADAL" clId="{FE0879B5-5066-4E85-85A7-AE56D059F3CE}" dt="2024-05-02T03:52:20.429" v="4" actId="20577"/>
      <pc:docMkLst>
        <pc:docMk/>
      </pc:docMkLst>
      <pc:sldChg chg="modSp mod">
        <pc:chgData name="Vsevolod Suschevskiy" userId="e8201536-76f1-4db2-b31d-df1aeee78554" providerId="ADAL" clId="{FE0879B5-5066-4E85-85A7-AE56D059F3CE}" dt="2024-05-02T03:52:15.053" v="1" actId="20577"/>
        <pc:sldMkLst>
          <pc:docMk/>
          <pc:sldMk cId="0" sldId="256"/>
        </pc:sldMkLst>
        <pc:spChg chg="mod">
          <ac:chgData name="Vsevolod Suschevskiy" userId="e8201536-76f1-4db2-b31d-df1aeee78554" providerId="ADAL" clId="{FE0879B5-5066-4E85-85A7-AE56D059F3CE}" dt="2024-05-02T03:52:15.053" v="1" actId="20577"/>
          <ac:spMkLst>
            <pc:docMk/>
            <pc:sldMk cId="0" sldId="256"/>
            <ac:spMk id="98" creationId="{00000000-0000-0000-0000-000000000000}"/>
          </ac:spMkLst>
        </pc:spChg>
      </pc:sldChg>
      <pc:sldChg chg="modSp mod">
        <pc:chgData name="Vsevolod Suschevskiy" userId="e8201536-76f1-4db2-b31d-df1aeee78554" providerId="ADAL" clId="{FE0879B5-5066-4E85-85A7-AE56D059F3CE}" dt="2024-05-02T03:52:20.429" v="4" actId="20577"/>
        <pc:sldMkLst>
          <pc:docMk/>
          <pc:sldMk cId="0" sldId="257"/>
        </pc:sldMkLst>
        <pc:spChg chg="mod">
          <ac:chgData name="Vsevolod Suschevskiy" userId="e8201536-76f1-4db2-b31d-df1aeee78554" providerId="ADAL" clId="{FE0879B5-5066-4E85-85A7-AE56D059F3CE}" dt="2024-05-02T03:52:17.737" v="2" actId="20577"/>
          <ac:spMkLst>
            <pc:docMk/>
            <pc:sldMk cId="0" sldId="257"/>
            <ac:spMk id="104" creationId="{00000000-0000-0000-0000-000000000000}"/>
          </ac:spMkLst>
        </pc:spChg>
        <pc:spChg chg="mod">
          <ac:chgData name="Vsevolod Suschevskiy" userId="e8201536-76f1-4db2-b31d-df1aeee78554" providerId="ADAL" clId="{FE0879B5-5066-4E85-85A7-AE56D059F3CE}" dt="2024-05-02T03:52:20.429" v="4" actId="20577"/>
          <ac:spMkLst>
            <pc:docMk/>
            <pc:sldMk cId="0" sldId="257"/>
            <ac:spMk id="10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5956ccb37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5956ccb37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77f893a080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77f893a080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7cc328fd23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7cc328fd23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Stochastic actor-oriented models (SAOMs) - but to actually run them we use what’s called Siena which stands for Simulation Investigation for Empirical Network Analysis</a:t>
            </a:r>
            <a:endParaRPr/>
          </a:p>
          <a:p>
            <a:pPr marL="0" lvl="0" indent="0" algn="l" rtl="0">
              <a:spcBef>
                <a:spcPts val="0"/>
              </a:spcBef>
              <a:spcAft>
                <a:spcPts val="0"/>
              </a:spcAft>
              <a:buClr>
                <a:schemeClr val="dk1"/>
              </a:buClr>
              <a:buSzPts val="1100"/>
              <a:buFont typeface="Arial"/>
              <a:buNone/>
            </a:pPr>
            <a:r>
              <a:rPr lang="en"/>
              <a:t>So a couple of scholars put together this package a few years ago and it they tend to maintain it pretty well.</a:t>
            </a:r>
            <a:endParaRPr/>
          </a:p>
          <a:p>
            <a:pPr marL="0" lvl="0" indent="0" algn="l" rtl="0">
              <a:spcBef>
                <a:spcPts val="0"/>
              </a:spcBef>
              <a:spcAft>
                <a:spcPts val="0"/>
              </a:spcAft>
              <a:buClr>
                <a:schemeClr val="dk1"/>
              </a:buClr>
              <a:buSzPts val="1100"/>
              <a:buFont typeface="Arial"/>
              <a:buNone/>
            </a:pPr>
            <a:r>
              <a:rPr lang="en"/>
              <a:t>This package actually used to include ERGMs as well, but the ERGM aspect of it is not maintained so that's why we use a separate package in R for that.</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SIENA is for the purpose of analyzing longitudinal data of networks and behaviors as dependent variables. That is, we’re trying to model the co-evolution of networks (e.g., people’s choices to create, dissolve, or maintain friendship ties) and behaviors (e.g., people’s choices to start, stop, or continue certain activities)</a:t>
            </a:r>
            <a:endParaRPr/>
          </a:p>
          <a:p>
            <a:pPr marL="0" lvl="0" indent="0" algn="l" rtl="0">
              <a:spcBef>
                <a:spcPts val="0"/>
              </a:spcBef>
              <a:spcAft>
                <a:spcPts val="0"/>
              </a:spcAft>
              <a:buNone/>
            </a:pPr>
            <a:endParaRPr/>
          </a:p>
          <a:p>
            <a:pPr marL="0" lvl="0" indent="0" algn="l" rtl="0">
              <a:spcBef>
                <a:spcPts val="0"/>
              </a:spcBef>
              <a:spcAft>
                <a:spcPts val="0"/>
              </a:spcAft>
              <a:buNone/>
            </a:pPr>
            <a:r>
              <a:rPr lang="en"/>
              <a:t>These changes are not individually observed, but they are simulated; what is observed is the state obtained at the next observation wave. This simulation model implements the statistical model for the network dynamics. The statistical procedures utilize a large number of repeated simulations of the network evolution from each wave to the next. They estimate and test the parameters producing a probabilistic network evolution that ‘could have’ brought these observations to follow one another.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7cc328fd23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7cc328fd23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Subset of 50 teenage girls who went to the school and were observed at three different time periods between 1995 and 1997.</a:t>
            </a:r>
            <a:endParaRPr/>
          </a:p>
          <a:p>
            <a:pPr marL="0" lvl="0" indent="0" algn="l" rtl="0">
              <a:spcBef>
                <a:spcPts val="0"/>
              </a:spcBef>
              <a:spcAft>
                <a:spcPts val="0"/>
              </a:spcAft>
              <a:buNone/>
            </a:pPr>
            <a:r>
              <a:rPr lang="en"/>
              <a:t>You’re going to look at how their friendship networks and substance usage evolved over time</a:t>
            </a:r>
            <a:endParaRPr/>
          </a:p>
          <a:p>
            <a:pPr marL="0" lvl="0" indent="0" algn="l" rtl="0">
              <a:spcBef>
                <a:spcPts val="0"/>
              </a:spcBef>
              <a:spcAft>
                <a:spcPts val="0"/>
              </a:spcAft>
              <a:buNone/>
            </a:pPr>
            <a:r>
              <a:rPr lang="en"/>
              <a:t>	Noshir presented some results about alcohol consumption, but in this lab, we will do drug behavior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7cc328fd23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17cc328fd23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the previous lab assignment (ERGM), we gave you all of the hypothesis statements to test. In this lab, we will give you one hypothesis statement as an example, and then we will ask you to construct the remaining 6 hypothesis statements on your own </a:t>
            </a:r>
            <a:r>
              <a:rPr lang="en">
                <a:solidFill>
                  <a:schemeClr val="dk1"/>
                </a:solidFill>
              </a:rPr>
              <a:t>based on the model terms given. You can look up what each term means in the SIENA Manual (which is provided in the Lab assignment)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7cc328fd2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7cc328fd2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data is constructed such that there is a tie from A to B, if A mentions B as a friend</a:t>
            </a:r>
            <a:endParaRPr/>
          </a:p>
          <a:p>
            <a:pPr marL="0" lvl="0" indent="0" algn="l" rtl="0">
              <a:spcBef>
                <a:spcPts val="0"/>
              </a:spcBef>
              <a:spcAft>
                <a:spcPts val="0"/>
              </a:spcAft>
              <a:buNone/>
            </a:pPr>
            <a:endParaRPr/>
          </a:p>
          <a:p>
            <a:pPr marL="0" lvl="0" indent="0" algn="l" rtl="0">
              <a:spcBef>
                <a:spcPts val="0"/>
              </a:spcBef>
              <a:spcAft>
                <a:spcPts val="0"/>
              </a:spcAft>
              <a:buNone/>
            </a:pPr>
            <a:r>
              <a:rPr lang="en"/>
              <a:t>The given hypothesis here relates to each node’s outdegree (pg 130). We hypothesize that the probability of having a friendship relation between students will be lower over time than expected by random chance.</a:t>
            </a:r>
            <a:endParaRPr/>
          </a:p>
          <a:p>
            <a:pPr marL="0" lvl="0" indent="0" algn="l" rtl="0">
              <a:spcBef>
                <a:spcPts val="0"/>
              </a:spcBef>
              <a:spcAft>
                <a:spcPts val="0"/>
              </a:spcAft>
              <a:buNone/>
            </a:pPr>
            <a:endParaRPr/>
          </a:p>
          <a:p>
            <a:pPr marL="0" lvl="0" indent="0" algn="l" rtl="0">
              <a:spcBef>
                <a:spcPts val="0"/>
              </a:spcBef>
              <a:spcAft>
                <a:spcPts val="0"/>
              </a:spcAft>
              <a:buNone/>
            </a:pPr>
            <a:r>
              <a:rPr lang="en"/>
              <a:t>You need to construct 6 other hypotheses based on the model terms given. You can look up what each term means in the SIENA Manual (which is provided in the Lab assignment)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77f893a08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77f893a08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Hypothesis testing is split into two parts: Informal and formal hypothesis testing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17cc328fd23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17cc328fd2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start with informal </a:t>
            </a:r>
            <a:endParaRPr/>
          </a:p>
          <a:p>
            <a:pPr marL="0" lvl="0" indent="0" algn="l" rtl="0">
              <a:spcBef>
                <a:spcPts val="0"/>
              </a:spcBef>
              <a:spcAft>
                <a:spcPts val="0"/>
              </a:spcAft>
              <a:buNone/>
            </a:pPr>
            <a:endParaRPr/>
          </a:p>
          <a:p>
            <a:pPr marL="0" lvl="0" indent="0" algn="l" rtl="0">
              <a:spcBef>
                <a:spcPts val="0"/>
              </a:spcBef>
              <a:spcAft>
                <a:spcPts val="0"/>
              </a:spcAft>
              <a:buNone/>
            </a:pPr>
            <a:r>
              <a:rPr lang="en"/>
              <a:t>Here the ones and zeros are replaced with black and white cells</a:t>
            </a:r>
            <a:endParaRPr/>
          </a:p>
          <a:p>
            <a:pPr marL="0" lvl="0" indent="0" algn="l" rtl="0">
              <a:spcBef>
                <a:spcPts val="0"/>
              </a:spcBef>
              <a:spcAft>
                <a:spcPts val="0"/>
              </a:spcAft>
              <a:buNone/>
            </a:pPr>
            <a:r>
              <a:rPr lang="en"/>
              <a:t>Friendship has directionality</a:t>
            </a:r>
            <a:endParaRPr/>
          </a:p>
          <a:p>
            <a:pPr marL="0" lvl="0" indent="0" algn="l" rtl="0">
              <a:spcBef>
                <a:spcPts val="0"/>
              </a:spcBef>
              <a:spcAft>
                <a:spcPts val="0"/>
              </a:spcAft>
              <a:buNone/>
            </a:pPr>
            <a:r>
              <a:rPr lang="en"/>
              <a:t>Asymmetric friendship</a:t>
            </a:r>
            <a:endParaRPr/>
          </a:p>
          <a:p>
            <a:pPr marL="0" lvl="0" indent="0" algn="l" rtl="0">
              <a:spcBef>
                <a:spcPts val="0"/>
              </a:spcBef>
              <a:spcAft>
                <a:spcPts val="0"/>
              </a:spcAft>
              <a:buNone/>
            </a:pPr>
            <a:r>
              <a:rPr lang="en"/>
              <a:t>Longitudinal data</a:t>
            </a:r>
            <a:endParaRPr/>
          </a:p>
          <a:p>
            <a:pPr marL="0" lvl="0" indent="0" algn="l" rtl="0">
              <a:spcBef>
                <a:spcPts val="0"/>
              </a:spcBef>
              <a:spcAft>
                <a:spcPts val="0"/>
              </a:spcAft>
              <a:buNone/>
            </a:pPr>
            <a:endParaRPr/>
          </a:p>
          <a:p>
            <a:pPr marL="0" lvl="0" indent="0" algn="l" rtl="0">
              <a:spcBef>
                <a:spcPts val="0"/>
              </a:spcBef>
              <a:spcAft>
                <a:spcPts val="0"/>
              </a:spcAft>
              <a:buNone/>
            </a:pPr>
            <a:r>
              <a:rPr lang="en"/>
              <a:t>First, look at one time period</a:t>
            </a:r>
            <a:endParaRPr/>
          </a:p>
          <a:p>
            <a:pPr marL="0" lvl="0" indent="0" algn="l" rtl="0">
              <a:spcBef>
                <a:spcPts val="0"/>
              </a:spcBef>
              <a:spcAft>
                <a:spcPts val="0"/>
              </a:spcAft>
              <a:buNone/>
            </a:pPr>
            <a:r>
              <a:rPr lang="en"/>
              <a:t>Look at one row at a time and look across the columns (outdegree, student Y nominated X as a friend)</a:t>
            </a:r>
            <a:endParaRPr/>
          </a:p>
          <a:p>
            <a:pPr marL="0" lvl="0" indent="0" algn="l" rtl="0">
              <a:spcBef>
                <a:spcPts val="0"/>
              </a:spcBef>
              <a:spcAft>
                <a:spcPts val="0"/>
              </a:spcAft>
              <a:buNone/>
            </a:pPr>
            <a:r>
              <a:rPr lang="en"/>
              <a:t>Look at one column across all rows (indegree, student X was nominated by Y as a friend)</a:t>
            </a:r>
            <a:endParaRPr/>
          </a:p>
          <a:p>
            <a:pPr marL="0" lvl="0" indent="0" algn="l" rtl="0">
              <a:spcBef>
                <a:spcPts val="0"/>
              </a:spcBef>
              <a:spcAft>
                <a:spcPts val="0"/>
              </a:spcAft>
              <a:buNone/>
            </a:pPr>
            <a:r>
              <a:rPr lang="en"/>
              <a:t>Could comment on the sociality or popularity of each student this way</a:t>
            </a:r>
            <a:endParaRPr/>
          </a:p>
          <a:p>
            <a:pPr marL="0" lvl="0" indent="0" algn="l" rtl="0">
              <a:spcBef>
                <a:spcPts val="0"/>
              </a:spcBef>
              <a:spcAft>
                <a:spcPts val="0"/>
              </a:spcAft>
              <a:buNone/>
            </a:pPr>
            <a:endParaRPr/>
          </a:p>
          <a:p>
            <a:pPr marL="0" lvl="0" indent="0" algn="l" rtl="0">
              <a:spcBef>
                <a:spcPts val="0"/>
              </a:spcBef>
              <a:spcAft>
                <a:spcPts val="0"/>
              </a:spcAft>
              <a:buNone/>
            </a:pPr>
            <a:r>
              <a:rPr lang="en"/>
              <a:t>Second, compare all three time periods</a:t>
            </a:r>
            <a:endParaRPr/>
          </a:p>
          <a:p>
            <a:pPr marL="0" lvl="0" indent="0" algn="l" rtl="0">
              <a:spcBef>
                <a:spcPts val="0"/>
              </a:spcBef>
              <a:spcAft>
                <a:spcPts val="0"/>
              </a:spcAft>
              <a:buNone/>
            </a:pPr>
            <a:r>
              <a:rPr lang="en"/>
              <a:t>Are there stable friendship clusters?</a:t>
            </a:r>
            <a:endParaRPr/>
          </a:p>
          <a:p>
            <a:pPr marL="0" lvl="0" indent="0" algn="l" rtl="0">
              <a:spcBef>
                <a:spcPts val="0"/>
              </a:spcBef>
              <a:spcAft>
                <a:spcPts val="0"/>
              </a:spcAft>
              <a:buNone/>
            </a:pPr>
            <a:r>
              <a:rPr lang="en"/>
              <a:t>Are there pockets where no friendships existed and over time, they formed?</a:t>
            </a:r>
            <a:endParaRPr/>
          </a:p>
          <a:p>
            <a:pPr marL="0" lvl="0" indent="0" algn="l" rtl="0">
              <a:spcBef>
                <a:spcPts val="0"/>
              </a:spcBef>
              <a:spcAft>
                <a:spcPts val="0"/>
              </a:spcAft>
              <a:buNone/>
            </a:pPr>
            <a:endParaRPr/>
          </a:p>
          <a:p>
            <a:pPr marL="0" lvl="0" indent="0" algn="l" rtl="0">
              <a:spcBef>
                <a:spcPts val="0"/>
              </a:spcBef>
              <a:spcAft>
                <a:spcPts val="0"/>
              </a:spcAft>
              <a:buNone/>
            </a:pPr>
            <a:r>
              <a:rPr lang="en"/>
              <a:t>No right or wrong answers, just describe what you observe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77f893a080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77f893a080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Now you’re going to generate some descriptive statistics of the dataset using RSiena</a:t>
            </a:r>
            <a:endParaRPr/>
          </a:p>
          <a:p>
            <a:pPr marL="0" lvl="0" indent="0" algn="l" rtl="0">
              <a:spcBef>
                <a:spcPts val="0"/>
              </a:spcBef>
              <a:spcAft>
                <a:spcPts val="0"/>
              </a:spcAft>
              <a:buNone/>
            </a:pPr>
            <a:endParaRPr/>
          </a:p>
          <a:p>
            <a:pPr marL="0" lvl="0" indent="0" algn="l" rtl="0">
              <a:spcBef>
                <a:spcPts val="0"/>
              </a:spcBef>
              <a:spcAft>
                <a:spcPts val="0"/>
              </a:spcAft>
              <a:buNone/>
            </a:pPr>
            <a:r>
              <a:rPr lang="en"/>
              <a:t>First go to your working directory, either within RStudio or in your folder on your computer. Open the text file titled as such.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7cc328fd23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7cc328fd23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based on the data, RSiena calculated some descriptive statistics. For example they calculated the density of the network at each time period, average degree of individuals in this network each time period, how many ties existed in the network at each time period, etc.</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77f893a080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77f893a08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you need to do using this file is answer these two questions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77f893a080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77f893a080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answer these questions, you need to learn how to read tables like this, which you’ll find all the way the bottom of your text file.</a:t>
            </a:r>
            <a:endParaRPr/>
          </a:p>
          <a:p>
            <a:pPr marL="0" lvl="0" indent="0" algn="l" rtl="0">
              <a:spcBef>
                <a:spcPts val="0"/>
              </a:spcBef>
              <a:spcAft>
                <a:spcPts val="0"/>
              </a:spcAft>
              <a:buNone/>
            </a:pPr>
            <a:r>
              <a:rPr lang="en"/>
              <a:t>The rows represent the time periods in question and the columns represent tie changes between nodes in the network</a:t>
            </a:r>
            <a:endParaRPr/>
          </a:p>
          <a:p>
            <a:pPr marL="0" lvl="0" indent="0" algn="l" rtl="0">
              <a:spcBef>
                <a:spcPts val="0"/>
              </a:spcBef>
              <a:spcAft>
                <a:spcPts val="0"/>
              </a:spcAft>
              <a:buNone/>
            </a:pPr>
            <a:r>
              <a:rPr lang="en"/>
              <a:t>0 → 0 means whether tie existed between the pair of nodes in the first period, whether tie existed in the second period</a:t>
            </a:r>
            <a:endParaRPr/>
          </a:p>
          <a:p>
            <a:pPr marL="0" lvl="0" indent="0" algn="l" rtl="0">
              <a:spcBef>
                <a:spcPts val="0"/>
              </a:spcBef>
              <a:spcAft>
                <a:spcPts val="0"/>
              </a:spcAft>
              <a:buNone/>
            </a:pPr>
            <a:r>
              <a:rPr lang="en"/>
              <a:t>If you add up 2278+59+56+57 = this is the total number of ties that CAN possibly exist in the network</a:t>
            </a:r>
            <a:endParaRPr/>
          </a:p>
          <a:p>
            <a:pPr marL="0" lvl="0" indent="0" algn="l" rtl="0">
              <a:spcBef>
                <a:spcPts val="0"/>
              </a:spcBef>
              <a:spcAft>
                <a:spcPts val="0"/>
              </a:spcAft>
              <a:buNone/>
            </a:pPr>
            <a:r>
              <a:rPr lang="en"/>
              <a:t>	Remember this is a directed network so the total number of ties that can possibly exist = n*(n-1), so you should get 50*49 = 2450 here</a:t>
            </a:r>
            <a:endParaRPr/>
          </a:p>
          <a:p>
            <a:pPr marL="0" lvl="0" indent="0" algn="l" rtl="0">
              <a:spcBef>
                <a:spcPts val="0"/>
              </a:spcBef>
              <a:spcAft>
                <a:spcPts val="0"/>
              </a:spcAft>
              <a:buNone/>
            </a:pPr>
            <a:r>
              <a:rPr lang="en"/>
              <a:t>Also just as a side note, the distance and jaccard columns here are just means of comparing how similar the two adjacency matrices are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77f893a080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77f893a080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Now forget about ties, we’re just focusing on nodal attributes here</a:t>
            </a:r>
            <a:endParaRPr/>
          </a:p>
          <a:p>
            <a:pPr marL="0" lvl="0" indent="0" algn="l" rtl="0">
              <a:spcBef>
                <a:spcPts val="0"/>
              </a:spcBef>
              <a:spcAft>
                <a:spcPts val="0"/>
              </a:spcAft>
              <a:buNone/>
            </a:pPr>
            <a:r>
              <a:rPr lang="en"/>
              <a:t>In particular, we are looking at our DV here which is drug behavior</a:t>
            </a:r>
            <a:endParaRPr/>
          </a:p>
          <a:p>
            <a:pPr marL="0" lvl="0" indent="0" algn="l" rtl="0">
              <a:spcBef>
                <a:spcPts val="0"/>
              </a:spcBef>
              <a:spcAft>
                <a:spcPts val="0"/>
              </a:spcAft>
              <a:buNone/>
            </a:pPr>
            <a:r>
              <a:rPr lang="en"/>
              <a:t>There are four types of drug behavior: none, tried once, occasional, and regular</a:t>
            </a:r>
            <a:endParaRPr/>
          </a:p>
          <a:p>
            <a:pPr marL="0" lvl="0" indent="0" algn="l" rtl="0">
              <a:spcBef>
                <a:spcPts val="0"/>
              </a:spcBef>
              <a:spcAft>
                <a:spcPts val="0"/>
              </a:spcAft>
              <a:buNone/>
            </a:pPr>
            <a:endParaRPr/>
          </a:p>
          <a:p>
            <a:pPr marL="0" lvl="0" indent="0" algn="l" rtl="0">
              <a:spcBef>
                <a:spcPts val="0"/>
              </a:spcBef>
              <a:spcAft>
                <a:spcPts val="0"/>
              </a:spcAft>
              <a:buNone/>
            </a:pPr>
            <a:r>
              <a:rPr lang="en"/>
              <a:t>Actors:</a:t>
            </a:r>
            <a:endParaRPr/>
          </a:p>
          <a:p>
            <a:pPr marL="0" lvl="0" indent="0" algn="l" rtl="0">
              <a:spcBef>
                <a:spcPts val="0"/>
              </a:spcBef>
              <a:spcAft>
                <a:spcPts val="0"/>
              </a:spcAft>
              <a:buNone/>
            </a:pPr>
            <a:r>
              <a:rPr lang="en"/>
              <a:t>This number is counting how many people increased or decreased numbers between time periods</a:t>
            </a:r>
            <a:endParaRPr/>
          </a:p>
          <a:p>
            <a:pPr marL="0" lvl="0" indent="0" algn="l" rtl="0">
              <a:spcBef>
                <a:spcPts val="0"/>
              </a:spcBef>
              <a:spcAft>
                <a:spcPts val="0"/>
              </a:spcAft>
              <a:buNone/>
            </a:pPr>
            <a:r>
              <a:rPr lang="en"/>
              <a:t>Constant means they gave the same answer at periods one and two</a:t>
            </a:r>
            <a:endParaRPr/>
          </a:p>
          <a:p>
            <a:pPr marL="0" lvl="0" indent="0" algn="l" rtl="0">
              <a:spcBef>
                <a:spcPts val="0"/>
              </a:spcBef>
              <a:spcAft>
                <a:spcPts val="0"/>
              </a:spcAft>
              <a:buNone/>
            </a:pPr>
            <a:r>
              <a:rPr lang="en"/>
              <a:t>Row adds up to 50</a:t>
            </a:r>
            <a:endParaRPr/>
          </a:p>
          <a:p>
            <a:pPr marL="0" lvl="0" indent="0" algn="l" rtl="0">
              <a:spcBef>
                <a:spcPts val="0"/>
              </a:spcBef>
              <a:spcAft>
                <a:spcPts val="0"/>
              </a:spcAft>
              <a:buNone/>
            </a:pPr>
            <a:endParaRPr/>
          </a:p>
          <a:p>
            <a:pPr marL="0" lvl="0" indent="0" algn="l" rtl="0">
              <a:spcBef>
                <a:spcPts val="0"/>
              </a:spcBef>
              <a:spcAft>
                <a:spcPts val="0"/>
              </a:spcAft>
              <a:buNone/>
            </a:pPr>
            <a:r>
              <a:rPr lang="en"/>
              <a:t>Steps:</a:t>
            </a:r>
            <a:endParaRPr/>
          </a:p>
          <a:p>
            <a:pPr marL="0" lvl="0" indent="0" algn="l" rtl="0">
              <a:spcBef>
                <a:spcPts val="0"/>
              </a:spcBef>
              <a:spcAft>
                <a:spcPts val="0"/>
              </a:spcAft>
              <a:buNone/>
            </a:pPr>
            <a:r>
              <a:rPr lang="en"/>
              <a:t>Down: there were two people who changed their response down one step</a:t>
            </a:r>
            <a:endParaRPr/>
          </a:p>
          <a:p>
            <a:pPr marL="0" lvl="0" indent="0" algn="l" rtl="0">
              <a:spcBef>
                <a:spcPts val="0"/>
              </a:spcBef>
              <a:spcAft>
                <a:spcPts val="0"/>
              </a:spcAft>
              <a:buNone/>
            </a:pPr>
            <a:r>
              <a:rPr lang="en"/>
              <a:t>Up: there were 4 people who changed their response up one step and 1 person who changed their response up two steps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95a3f4df2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95a3f4df2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Now we move to formal hypothesis testing - it is almost exactly the hypothesis testing that you’re doing for the ERGM lab. I’ve shared this flow chart with you before. This time, however, you’ll be interpreting RSiena output.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First look at the p-value associated with the variables you’re testing (so outdegree would be the variable for Hypothesis 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If the p-value is greater than 0.5, you reject your hypothesis and don’t interpret the estimate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If the p-value is less than 0.5, you check the sign on the estimate and proceed to interpret whether your hypothesis was supported or rejected and to what extent</a:t>
            </a:r>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77f893a080_0_1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77f893a080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Now similar to ERGM, there’s no point in interpreting your results unless you have good model convergence.</a:t>
            </a:r>
            <a:endParaRPr/>
          </a:p>
          <a:p>
            <a:pPr marL="0" lvl="0" indent="0" algn="l" rtl="0">
              <a:spcBef>
                <a:spcPts val="0"/>
              </a:spcBef>
              <a:spcAft>
                <a:spcPts val="0"/>
              </a:spcAft>
              <a:buNone/>
            </a:pPr>
            <a:endParaRPr/>
          </a:p>
          <a:p>
            <a:pPr marL="0" lvl="0" indent="0" algn="l" rtl="0">
              <a:spcBef>
                <a:spcPts val="0"/>
              </a:spcBef>
              <a:spcAft>
                <a:spcPts val="0"/>
              </a:spcAft>
              <a:buNone/>
            </a:pPr>
            <a:r>
              <a:rPr lang="en"/>
              <a:t>Remember RSiena relies on</a:t>
            </a:r>
            <a:r>
              <a:rPr lang="en">
                <a:solidFill>
                  <a:schemeClr val="dk1"/>
                </a:solidFill>
              </a:rPr>
              <a:t> a large number of repeated simulations of the network evolution from each wave to the next to produce the given parameters.</a:t>
            </a:r>
            <a:endParaRPr/>
          </a:p>
          <a:p>
            <a:pPr marL="0" lvl="0" indent="0" algn="l" rtl="0">
              <a:spcBef>
                <a:spcPts val="0"/>
              </a:spcBef>
              <a:spcAft>
                <a:spcPts val="0"/>
              </a:spcAft>
              <a:buNone/>
            </a:pPr>
            <a:endParaRPr/>
          </a:p>
          <a:p>
            <a:pPr marL="0" lvl="0" indent="0" algn="l" rtl="0">
              <a:spcBef>
                <a:spcPts val="0"/>
              </a:spcBef>
              <a:spcAft>
                <a:spcPts val="0"/>
              </a:spcAft>
              <a:buNone/>
            </a:pPr>
            <a:r>
              <a:rPr lang="en"/>
              <a:t>The convergence check considers the deviations between simulated values of the network statistics and their observed values. Ideally, these deviations should be 0. Because of the stochastic nature of the algorithm, when the process has properly converged the deviations are small but not exactly equal to 0. The Program calculates the averages and standard deviation of the deviations and combines these in a t-ratio (in this case, average divided by standard deviation). The overall maximum convergence ratio is the maximum value of the ratio average deviation / standard deviation for any linear combination of the target values.</a:t>
            </a:r>
            <a:endParaRPr/>
          </a:p>
          <a:p>
            <a:pPr marL="0" lvl="0" indent="0" algn="l" rtl="0">
              <a:spcBef>
                <a:spcPts val="0"/>
              </a:spcBef>
              <a:spcAft>
                <a:spcPts val="0"/>
              </a:spcAft>
              <a:buNone/>
            </a:pPr>
            <a:endParaRPr>
              <a:highlight>
                <a:srgbClr val="FFFF00"/>
              </a:highlight>
            </a:endParaRPr>
          </a:p>
          <a:p>
            <a:pPr marL="0" lvl="0" indent="0" algn="l" rtl="0">
              <a:spcBef>
                <a:spcPts val="0"/>
              </a:spcBef>
              <a:spcAft>
                <a:spcPts val="0"/>
              </a:spcAft>
              <a:buNone/>
            </a:pPr>
            <a:endParaRPr/>
          </a:p>
          <a:p>
            <a:pPr marL="0" lvl="0" indent="0" algn="l" rtl="0">
              <a:spcBef>
                <a:spcPts val="0"/>
              </a:spcBef>
              <a:spcAft>
                <a:spcPts val="0"/>
              </a:spcAft>
              <a:buNone/>
            </a:pPr>
            <a:r>
              <a:rPr lang="en"/>
              <a:t>For this assignment, you shouldn’t find any issues with model convergence but if you choose to use SAOMs for your final project and you encounter issues with model convergence, just let me know and we can talk through some tricks to get better convergence.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77f893a080_0_1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77f893a080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Once you confirm model convergence, you can generate a table like this to interpret your results</a:t>
            </a:r>
            <a:endParaRPr/>
          </a:p>
          <a:p>
            <a:pPr marL="0" lvl="0" indent="0" algn="l" rtl="0">
              <a:spcBef>
                <a:spcPts val="0"/>
              </a:spcBef>
              <a:spcAft>
                <a:spcPts val="0"/>
              </a:spcAft>
              <a:buNone/>
            </a:pPr>
            <a:r>
              <a:rPr lang="en"/>
              <a:t>Here the p-values are represented by asterisks (the key is given here)</a:t>
            </a:r>
            <a:endParaRPr/>
          </a:p>
          <a:p>
            <a:pPr marL="0" lvl="0" indent="0" algn="l" rtl="0">
              <a:spcBef>
                <a:spcPts val="0"/>
              </a:spcBef>
              <a:spcAft>
                <a:spcPts val="0"/>
              </a:spcAft>
              <a:buNone/>
            </a:pPr>
            <a:endParaRPr/>
          </a:p>
          <a:p>
            <a:pPr marL="0" lvl="0" indent="0" algn="l" rtl="0">
              <a:spcBef>
                <a:spcPts val="0"/>
              </a:spcBef>
              <a:spcAft>
                <a:spcPts val="0"/>
              </a:spcAft>
              <a:buNone/>
            </a:pPr>
            <a:r>
              <a:rPr lang="en"/>
              <a:t>Similar to ERGM, the estimates come back as log-probability ratios (more on than in a bit)</a:t>
            </a:r>
            <a:endParaRPr/>
          </a:p>
          <a:p>
            <a:pPr marL="0" lvl="0" indent="0" algn="l" rtl="0">
              <a:spcBef>
                <a:spcPts val="0"/>
              </a:spcBef>
              <a:spcAft>
                <a:spcPts val="0"/>
              </a:spcAft>
              <a:buNone/>
            </a:pPr>
            <a:r>
              <a:rPr lang="en"/>
              <a:t>	Comparable to the log-odds ratios known from logistic regression; since the choice here is multinomial rather than binary,  the correct term is probability ratios rather than odds ratios</a:t>
            </a:r>
            <a:endParaRPr/>
          </a:p>
          <a:p>
            <a:pPr marL="0" lvl="0" indent="0" algn="l" rtl="0">
              <a:spcBef>
                <a:spcPts val="0"/>
              </a:spcBef>
              <a:spcAft>
                <a:spcPts val="0"/>
              </a:spcAft>
              <a:buNone/>
            </a:pPr>
            <a:r>
              <a:rPr lang="en"/>
              <a:t>The numbers in parentheses indicate standard errors</a:t>
            </a:r>
            <a:endParaRPr/>
          </a:p>
          <a:p>
            <a:pPr marL="0" lvl="0" indent="0" algn="l" rtl="0">
              <a:spcBef>
                <a:spcPts val="0"/>
              </a:spcBef>
              <a:spcAft>
                <a:spcPts val="0"/>
              </a:spcAft>
              <a:buNone/>
            </a:pPr>
            <a:endParaRPr/>
          </a:p>
          <a:p>
            <a:pPr marL="0" lvl="0" indent="0" algn="l" rtl="0">
              <a:spcBef>
                <a:spcPts val="0"/>
              </a:spcBef>
              <a:spcAft>
                <a:spcPts val="0"/>
              </a:spcAft>
              <a:buNone/>
            </a:pPr>
            <a:r>
              <a:rPr lang="en"/>
              <a:t>So if you, for some reason didn’t want to use the p-values given in this way, you can determine significance by doing the estimate / standard error and if the value is greater than 1.96, you know the p-value will be less than 0.05</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77f893a080_0_1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77f893a080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Let’s make this more concrete</a:t>
            </a:r>
            <a:endParaRPr/>
          </a:p>
          <a:p>
            <a:pPr marL="0" lvl="0" indent="0" algn="l" rtl="0">
              <a:spcBef>
                <a:spcPts val="0"/>
              </a:spcBef>
              <a:spcAft>
                <a:spcPts val="0"/>
              </a:spcAft>
              <a:buNone/>
            </a:pPr>
            <a:r>
              <a:rPr lang="en"/>
              <a:t>Testing the given Hypothesis (#1)</a:t>
            </a:r>
            <a:endParaRPr/>
          </a:p>
          <a:p>
            <a:pPr marL="0" lvl="0" indent="0" algn="l" rtl="0">
              <a:spcBef>
                <a:spcPts val="0"/>
              </a:spcBef>
              <a:spcAft>
                <a:spcPts val="0"/>
              </a:spcAft>
              <a:buNone/>
            </a:pPr>
            <a:r>
              <a:rPr lang="en"/>
              <a:t>We see here that the p-value is less than 0.001 so it’s statistically significant</a:t>
            </a:r>
            <a:endParaRPr/>
          </a:p>
          <a:p>
            <a:pPr marL="0" lvl="0" indent="0" algn="l" rtl="0">
              <a:spcBef>
                <a:spcPts val="0"/>
              </a:spcBef>
              <a:spcAft>
                <a:spcPts val="0"/>
              </a:spcAft>
              <a:buNone/>
            </a:pPr>
            <a:r>
              <a:rPr lang="en"/>
              <a:t>The sign is negative</a:t>
            </a:r>
            <a:endParaRPr/>
          </a:p>
          <a:p>
            <a:pPr marL="0" lvl="0" indent="0" algn="l" rtl="0">
              <a:spcBef>
                <a:spcPts val="0"/>
              </a:spcBef>
              <a:spcAft>
                <a:spcPts val="0"/>
              </a:spcAft>
              <a:buNone/>
            </a:pPr>
            <a:r>
              <a:rPr lang="en"/>
              <a:t>Which is consistent with our hypothesis, so we support it</a:t>
            </a:r>
            <a:endParaRPr/>
          </a:p>
          <a:p>
            <a:pPr marL="0" lvl="0" indent="0" algn="l" rtl="0">
              <a:spcBef>
                <a:spcPts val="0"/>
              </a:spcBef>
              <a:spcAft>
                <a:spcPts val="0"/>
              </a:spcAft>
              <a:buNone/>
            </a:pPr>
            <a:r>
              <a:rPr lang="en"/>
              <a:t>Now we interpret the estimate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7f893a080_0_2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7f893a080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do we interpret the estimate?</a:t>
            </a:r>
            <a:endParaRPr/>
          </a:p>
          <a:p>
            <a:pPr marL="0" lvl="0" indent="0" algn="l" rtl="0">
              <a:spcBef>
                <a:spcPts val="0"/>
              </a:spcBef>
              <a:spcAft>
                <a:spcPts val="0"/>
              </a:spcAft>
              <a:buNone/>
            </a:pPr>
            <a:endParaRPr/>
          </a:p>
          <a:p>
            <a:pPr marL="0" lvl="0" indent="0" algn="l" rtl="0">
              <a:spcBef>
                <a:spcPts val="0"/>
              </a:spcBef>
              <a:spcAft>
                <a:spcPts val="0"/>
              </a:spcAft>
              <a:buNone/>
            </a:pPr>
            <a:r>
              <a:rPr lang="en"/>
              <a:t>The estimated parameters for each effect should be interpreted as log-probability ratios (this is comparable to the log-odds ratios from logistic regression; but since the choice here is multinomial rather than binary, the correct term is log-probability ratios rather than log-odds ratios).</a:t>
            </a:r>
            <a:endParaRPr/>
          </a:p>
          <a:p>
            <a:pPr marL="0" lvl="0" indent="0" algn="l" rtl="0">
              <a:spcBef>
                <a:spcPts val="0"/>
              </a:spcBef>
              <a:spcAft>
                <a:spcPts val="0"/>
              </a:spcAft>
              <a:buNone/>
            </a:pPr>
            <a:endParaRPr/>
          </a:p>
          <a:p>
            <a:pPr marL="0" lvl="0" indent="0" algn="l" rtl="0">
              <a:spcBef>
                <a:spcPts val="0"/>
              </a:spcBef>
              <a:spcAft>
                <a:spcPts val="0"/>
              </a:spcAft>
              <a:buNone/>
            </a:pPr>
            <a:r>
              <a:rPr lang="en"/>
              <a:t>You can interpret the estimate as either a probability ratio or a probability. To interpret as a probability ratio, you just take the exponential of the estimate and you can conclude the probability of individuals reporting a friendship tie is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77f893a080_0_2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77f893a080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Alternatively to interpret as a probability, you just take the ratio of exponentials of the estimate here and conclude the probability of individuals reporting a friendship tie is just 4% over three years.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Which is much lower than random chance, because random chance is 50%</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77f893a080_0_2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77f893a080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Finally, you’re going to run a goodness of fit test. Does the model generated by RSiena fit well with our original data?</a:t>
            </a:r>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77f893a080_0_2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77f893a080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slide shows indegree but the concept is the same for outdegree</a:t>
            </a:r>
            <a:endParaRPr/>
          </a:p>
          <a:p>
            <a:pPr marL="0" lvl="0" indent="0" algn="l" rtl="0">
              <a:spcBef>
                <a:spcPts val="0"/>
              </a:spcBef>
              <a:spcAft>
                <a:spcPts val="0"/>
              </a:spcAft>
              <a:buNone/>
            </a:pPr>
            <a:endParaRPr/>
          </a:p>
          <a:p>
            <a:pPr marL="0" lvl="0" indent="0" algn="l" rtl="0">
              <a:spcBef>
                <a:spcPts val="0"/>
              </a:spcBef>
              <a:spcAft>
                <a:spcPts val="0"/>
              </a:spcAft>
              <a:buNone/>
            </a:pPr>
            <a:r>
              <a:rPr lang="en"/>
              <a:t>So like before…</a:t>
            </a:r>
            <a:endParaRPr/>
          </a:p>
          <a:p>
            <a:pPr marL="0" lvl="0" indent="0" algn="l" rtl="0">
              <a:spcBef>
                <a:spcPts val="0"/>
              </a:spcBef>
              <a:spcAft>
                <a:spcPts val="0"/>
              </a:spcAft>
              <a:buNone/>
            </a:pPr>
            <a:r>
              <a:rPr lang="en">
                <a:solidFill>
                  <a:schemeClr val="dk1"/>
                </a:solidFill>
              </a:rPr>
              <a:t>Based on the RSiena model, we generated a bunch of networks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 created this box and whisker plot shown in grey based on those simulated networks</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r>
              <a:rPr lang="en"/>
              <a:t>How to read this plot:</a:t>
            </a:r>
            <a:endParaRPr/>
          </a:p>
          <a:p>
            <a:pPr marL="0" lvl="0" indent="0" algn="l" rtl="0">
              <a:spcBef>
                <a:spcPts val="0"/>
              </a:spcBef>
              <a:spcAft>
                <a:spcPts val="0"/>
              </a:spcAft>
              <a:buNone/>
            </a:pPr>
            <a:r>
              <a:rPr lang="en"/>
              <a:t>12% had an indegree of zero in this dataset</a:t>
            </a:r>
            <a:endParaRPr/>
          </a:p>
          <a:p>
            <a:pPr marL="0" lvl="0" indent="0" algn="l" rtl="0">
              <a:spcBef>
                <a:spcPts val="0"/>
              </a:spcBef>
              <a:spcAft>
                <a:spcPts val="0"/>
              </a:spcAft>
              <a:buNone/>
            </a:pPr>
            <a:r>
              <a:rPr lang="en"/>
              <a:t>If you look at indegree of 1, 17 more students had an indegree of 1</a:t>
            </a:r>
            <a:endParaRPr/>
          </a:p>
          <a:p>
            <a:pPr marL="0" lvl="0" indent="0" algn="l" rtl="0">
              <a:spcBef>
                <a:spcPts val="0"/>
              </a:spcBef>
              <a:spcAft>
                <a:spcPts val="0"/>
              </a:spcAft>
              <a:buNone/>
            </a:pPr>
            <a:r>
              <a:rPr lang="en"/>
              <a:t>So the plot is additive</a:t>
            </a:r>
            <a:endParaRPr/>
          </a:p>
          <a:p>
            <a:pPr marL="0" lvl="0" indent="0" algn="l" rtl="0">
              <a:spcBef>
                <a:spcPts val="0"/>
              </a:spcBef>
              <a:spcAft>
                <a:spcPts val="0"/>
              </a:spcAft>
              <a:buNone/>
            </a:pPr>
            <a:endParaRPr/>
          </a:p>
          <a:p>
            <a:pPr marL="0" lvl="0" indent="0" algn="l" rtl="0">
              <a:spcBef>
                <a:spcPts val="0"/>
              </a:spcBef>
              <a:spcAft>
                <a:spcPts val="0"/>
              </a:spcAft>
              <a:buNone/>
            </a:pPr>
            <a:r>
              <a:rPr lang="en"/>
              <a:t>We want the red to align well with the grey</a:t>
            </a:r>
            <a:endParaRPr/>
          </a:p>
          <a:p>
            <a:pPr marL="0" lvl="0" indent="0" algn="l" rtl="0">
              <a:spcBef>
                <a:spcPts val="0"/>
              </a:spcBef>
              <a:spcAft>
                <a:spcPts val="0"/>
              </a:spcAft>
              <a:buNone/>
            </a:pPr>
            <a:endParaRPr/>
          </a:p>
          <a:p>
            <a:pPr marL="0" lvl="0" indent="0" algn="l" rtl="0">
              <a:spcBef>
                <a:spcPts val="0"/>
              </a:spcBef>
              <a:spcAft>
                <a:spcPts val="0"/>
              </a:spcAft>
              <a:buNone/>
            </a:pPr>
            <a:r>
              <a:rPr lang="en"/>
              <a:t>We’re using the Mahalanobis Distance to calculate the similarity between the true network and the distribution of simulated networks and calculating the p-value</a:t>
            </a:r>
            <a:endParaRPr/>
          </a:p>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77f893a080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77f893a080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ICA2018" type="title">
  <p:cSld name="TITL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0" y="841781"/>
            <a:ext cx="9144000" cy="1790700"/>
          </a:xfrm>
          <a:prstGeom prst="rect">
            <a:avLst/>
          </a:prstGeom>
          <a:noFill/>
          <a:ln>
            <a:noFill/>
          </a:ln>
        </p:spPr>
        <p:txBody>
          <a:bodyPr spcFirstLastPara="1" wrap="square" lIns="91425" tIns="91425" rIns="91425" bIns="91425" anchor="ctr" anchorCtr="0">
            <a:noAutofit/>
          </a:bodyPr>
          <a:lstStyle>
            <a:lvl1pPr marL="0" marR="0" lvl="0" indent="0" rtl="0">
              <a:lnSpc>
                <a:spcPct val="90000"/>
              </a:lnSpc>
              <a:spcBef>
                <a:spcPts val="0"/>
              </a:spcBef>
              <a:spcAft>
                <a:spcPts val="0"/>
              </a:spcAft>
              <a:buClr>
                <a:srgbClr val="4E2A84"/>
              </a:buClr>
              <a:buSzPts val="3600"/>
              <a:buNone/>
              <a:defRPr i="0" u="none" strike="noStrike" cap="none">
                <a:solidFill>
                  <a:srgbClr val="4E2A84"/>
                </a:solidFill>
              </a:defRPr>
            </a:lvl1pPr>
            <a:lvl2pPr lvl="1" indent="0" rtl="0">
              <a:spcBef>
                <a:spcPts val="0"/>
              </a:spcBef>
              <a:spcAft>
                <a:spcPts val="0"/>
              </a:spcAft>
              <a:buClr>
                <a:srgbClr val="4E2A84"/>
              </a:buClr>
              <a:buSzPts val="3600"/>
              <a:buNone/>
              <a:defRPr>
                <a:solidFill>
                  <a:srgbClr val="4E2A84"/>
                </a:solidFill>
              </a:defRPr>
            </a:lvl2pPr>
            <a:lvl3pPr lvl="2" indent="0" rtl="0">
              <a:spcBef>
                <a:spcPts val="0"/>
              </a:spcBef>
              <a:spcAft>
                <a:spcPts val="0"/>
              </a:spcAft>
              <a:buClr>
                <a:srgbClr val="4E2A84"/>
              </a:buClr>
              <a:buSzPts val="3600"/>
              <a:buNone/>
              <a:defRPr>
                <a:solidFill>
                  <a:srgbClr val="4E2A84"/>
                </a:solidFill>
              </a:defRPr>
            </a:lvl3pPr>
            <a:lvl4pPr lvl="3" indent="0" rtl="0">
              <a:spcBef>
                <a:spcPts val="0"/>
              </a:spcBef>
              <a:spcAft>
                <a:spcPts val="0"/>
              </a:spcAft>
              <a:buClr>
                <a:srgbClr val="4E2A84"/>
              </a:buClr>
              <a:buSzPts val="3600"/>
              <a:buNone/>
              <a:defRPr>
                <a:solidFill>
                  <a:srgbClr val="4E2A84"/>
                </a:solidFill>
              </a:defRPr>
            </a:lvl4pPr>
            <a:lvl5pPr lvl="4" indent="0" rtl="0">
              <a:spcBef>
                <a:spcPts val="0"/>
              </a:spcBef>
              <a:spcAft>
                <a:spcPts val="0"/>
              </a:spcAft>
              <a:buClr>
                <a:srgbClr val="4E2A84"/>
              </a:buClr>
              <a:buSzPts val="3600"/>
              <a:buNone/>
              <a:defRPr>
                <a:solidFill>
                  <a:srgbClr val="4E2A84"/>
                </a:solidFill>
              </a:defRPr>
            </a:lvl5pPr>
            <a:lvl6pPr lvl="5" indent="0" rtl="0">
              <a:spcBef>
                <a:spcPts val="0"/>
              </a:spcBef>
              <a:spcAft>
                <a:spcPts val="0"/>
              </a:spcAft>
              <a:buClr>
                <a:srgbClr val="4E2A84"/>
              </a:buClr>
              <a:buSzPts val="3600"/>
              <a:buNone/>
              <a:defRPr>
                <a:solidFill>
                  <a:srgbClr val="4E2A84"/>
                </a:solidFill>
              </a:defRPr>
            </a:lvl6pPr>
            <a:lvl7pPr lvl="6" indent="0" rtl="0">
              <a:spcBef>
                <a:spcPts val="0"/>
              </a:spcBef>
              <a:spcAft>
                <a:spcPts val="0"/>
              </a:spcAft>
              <a:buClr>
                <a:srgbClr val="4E2A84"/>
              </a:buClr>
              <a:buSzPts val="3600"/>
              <a:buNone/>
              <a:defRPr>
                <a:solidFill>
                  <a:srgbClr val="4E2A84"/>
                </a:solidFill>
              </a:defRPr>
            </a:lvl7pPr>
            <a:lvl8pPr lvl="7" indent="0" rtl="0">
              <a:spcBef>
                <a:spcPts val="0"/>
              </a:spcBef>
              <a:spcAft>
                <a:spcPts val="0"/>
              </a:spcAft>
              <a:buClr>
                <a:srgbClr val="4E2A84"/>
              </a:buClr>
              <a:buSzPts val="3600"/>
              <a:buNone/>
              <a:defRPr>
                <a:solidFill>
                  <a:srgbClr val="4E2A84"/>
                </a:solidFill>
              </a:defRPr>
            </a:lvl8pPr>
            <a:lvl9pPr lvl="8" indent="0" rtl="0">
              <a:spcBef>
                <a:spcPts val="0"/>
              </a:spcBef>
              <a:spcAft>
                <a:spcPts val="0"/>
              </a:spcAft>
              <a:buClr>
                <a:srgbClr val="4E2A84"/>
              </a:buClr>
              <a:buSzPts val="3600"/>
              <a:buNone/>
              <a:defRPr>
                <a:solidFill>
                  <a:srgbClr val="4E2A84"/>
                </a:solidFill>
              </a:defRPr>
            </a:lvl9pPr>
          </a:lstStyle>
          <a:p>
            <a:endParaRPr/>
          </a:p>
        </p:txBody>
      </p:sp>
      <p:sp>
        <p:nvSpPr>
          <p:cNvPr id="14" name="Google Shape;14;p2"/>
          <p:cNvSpPr txBox="1">
            <a:spLocks noGrp="1"/>
          </p:cNvSpPr>
          <p:nvPr>
            <p:ph type="subTitle" idx="1"/>
          </p:nvPr>
        </p:nvSpPr>
        <p:spPr>
          <a:xfrm>
            <a:off x="1143000" y="2701528"/>
            <a:ext cx="6858000" cy="1241700"/>
          </a:xfrm>
          <a:prstGeom prst="rect">
            <a:avLst/>
          </a:prstGeom>
          <a:noFill/>
          <a:ln>
            <a:noFill/>
          </a:ln>
        </p:spPr>
        <p:txBody>
          <a:bodyPr spcFirstLastPara="1" wrap="square" lIns="91425" tIns="91425" rIns="91425" bIns="91425" anchor="t" anchorCtr="0">
            <a:noAutofit/>
          </a:bodyPr>
          <a:lstStyle>
            <a:lvl1pPr marL="0" marR="0" lvl="0" indent="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Helvetica Neue"/>
                <a:ea typeface="Helvetica Neue"/>
                <a:cs typeface="Helvetica Neue"/>
                <a:sym typeface="Helvetica Neue"/>
              </a:defRPr>
            </a:lvl1pPr>
            <a:lvl2pPr marL="457200" marR="0" lvl="1" indent="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Helvetica Neue"/>
                <a:ea typeface="Helvetica Neue"/>
                <a:cs typeface="Helvetica Neue"/>
                <a:sym typeface="Helvetica Neue"/>
              </a:defRPr>
            </a:lvl2pPr>
            <a:lvl3pPr marL="914400" marR="0" lvl="2" indent="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Helvetica Neue"/>
                <a:ea typeface="Helvetica Neue"/>
                <a:cs typeface="Helvetica Neue"/>
                <a:sym typeface="Helvetica Neue"/>
              </a:defRPr>
            </a:lvl3pPr>
            <a:lvl4pPr marL="1371600" marR="0" lvl="3" indent="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Helvetica Neue"/>
                <a:ea typeface="Helvetica Neue"/>
                <a:cs typeface="Helvetica Neue"/>
                <a:sym typeface="Helvetica Neue"/>
              </a:defRPr>
            </a:lvl4pPr>
            <a:lvl5pPr marL="1828800" marR="0" lvl="4" indent="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Helvetica Neue"/>
                <a:ea typeface="Helvetica Neue"/>
                <a:cs typeface="Helvetica Neue"/>
                <a:sym typeface="Helvetica Neue"/>
              </a:defRPr>
            </a:lvl5pPr>
            <a:lvl6pPr marL="2286000" marR="0" lvl="5" indent="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2743200" marR="0" lvl="6" indent="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200400" marR="0" lvl="7" indent="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3657600" marR="0" lvl="8" indent="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Clr>
                <a:srgbClr val="4E2A84"/>
              </a:buClr>
              <a:buSzPts val="1400"/>
              <a:buFont typeface="Helvetica Neue Light"/>
              <a:buNone/>
              <a:defRPr sz="1200" i="0" u="none" strike="noStrike" cap="none">
                <a:solidFill>
                  <a:srgbClr val="4E2A84"/>
                </a:solidFill>
                <a:latin typeface="Helvetica Neue Light"/>
                <a:ea typeface="Helvetica Neue Light"/>
                <a:cs typeface="Helvetica Neue Light"/>
                <a:sym typeface="Helvetica Neue Light"/>
              </a:defRPr>
            </a:lvl1pPr>
            <a:lvl2pPr marL="457200" marR="0" lvl="1"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2pPr>
            <a:lvl3pPr marL="914400" marR="0" lvl="2"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3pPr>
            <a:lvl4pPr marL="1371600" marR="0" lvl="3"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4pPr>
            <a:lvl5pPr marL="1828800" marR="0" lvl="4"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5pPr>
            <a:lvl6pPr marL="2286000" marR="0" lvl="5"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6pPr>
            <a:lvl7pPr marL="2743200" marR="0" lvl="6"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7pPr>
            <a:lvl8pPr marL="3200400" marR="0" lvl="7"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8pPr>
            <a:lvl9pPr marL="3657600" marR="0" lvl="8"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9pPr>
          </a:lstStyle>
          <a:p>
            <a:endParaRPr/>
          </a:p>
        </p:txBody>
      </p:sp>
      <p:pic>
        <p:nvPicPr>
          <p:cNvPr id="16" name="Google Shape;16;p2"/>
          <p:cNvPicPr preferRelativeResize="0"/>
          <p:nvPr/>
        </p:nvPicPr>
        <p:blipFill rotWithShape="1">
          <a:blip r:embed="rId2">
            <a:alphaModFix/>
          </a:blip>
          <a:srcRect/>
          <a:stretch/>
        </p:blipFill>
        <p:spPr>
          <a:xfrm>
            <a:off x="119988" y="4706041"/>
            <a:ext cx="1130710" cy="358298"/>
          </a:xfrm>
          <a:prstGeom prst="rect">
            <a:avLst/>
          </a:prstGeom>
          <a:noFill/>
          <a:ln>
            <a:noFill/>
          </a:ln>
        </p:spPr>
      </p:pic>
      <p:pic>
        <p:nvPicPr>
          <p:cNvPr id="17" name="Google Shape;17;p2"/>
          <p:cNvPicPr preferRelativeResize="0"/>
          <p:nvPr/>
        </p:nvPicPr>
        <p:blipFill rotWithShape="1">
          <a:blip r:embed="rId3">
            <a:alphaModFix/>
          </a:blip>
          <a:srcRect/>
          <a:stretch/>
        </p:blipFill>
        <p:spPr>
          <a:xfrm>
            <a:off x="7816072" y="4629642"/>
            <a:ext cx="1259476" cy="41143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0" y="300805"/>
            <a:ext cx="9144000" cy="615600"/>
          </a:xfrm>
          <a:prstGeom prst="rect">
            <a:avLst/>
          </a:prstGeom>
          <a:noFill/>
          <a:ln>
            <a:noFill/>
          </a:ln>
        </p:spPr>
        <p:txBody>
          <a:bodyPr spcFirstLastPara="1" wrap="square" lIns="91425" tIns="91425" rIns="91425" bIns="91425" anchor="ctr" anchorCtr="0">
            <a:noAutofit/>
          </a:bodyPr>
          <a:lstStyle>
            <a:lvl1pPr marL="0" marR="0" lvl="0" indent="0" rtl="0">
              <a:lnSpc>
                <a:spcPct val="90000"/>
              </a:lnSpc>
              <a:spcBef>
                <a:spcPts val="0"/>
              </a:spcBef>
              <a:spcAft>
                <a:spcPts val="0"/>
              </a:spcAft>
              <a:buClr>
                <a:srgbClr val="4E2A84"/>
              </a:buClr>
              <a:buSzPts val="3600"/>
              <a:buNone/>
              <a:defRPr i="0" u="none" strike="noStrike" cap="none">
                <a:solidFill>
                  <a:srgbClr val="4E2A84"/>
                </a:solidFill>
              </a:defRPr>
            </a:lvl1pPr>
            <a:lvl2pPr lvl="1" indent="0" rtl="0">
              <a:spcBef>
                <a:spcPts val="0"/>
              </a:spcBef>
              <a:spcAft>
                <a:spcPts val="0"/>
              </a:spcAft>
              <a:buClr>
                <a:srgbClr val="4E2A84"/>
              </a:buClr>
              <a:buSzPts val="3600"/>
              <a:buNone/>
              <a:defRPr>
                <a:solidFill>
                  <a:srgbClr val="4E2A84"/>
                </a:solidFill>
              </a:defRPr>
            </a:lvl2pPr>
            <a:lvl3pPr lvl="2" indent="0" rtl="0">
              <a:spcBef>
                <a:spcPts val="0"/>
              </a:spcBef>
              <a:spcAft>
                <a:spcPts val="0"/>
              </a:spcAft>
              <a:buClr>
                <a:srgbClr val="4E2A84"/>
              </a:buClr>
              <a:buSzPts val="3600"/>
              <a:buNone/>
              <a:defRPr>
                <a:solidFill>
                  <a:srgbClr val="4E2A84"/>
                </a:solidFill>
              </a:defRPr>
            </a:lvl3pPr>
            <a:lvl4pPr lvl="3" indent="0" rtl="0">
              <a:spcBef>
                <a:spcPts val="0"/>
              </a:spcBef>
              <a:spcAft>
                <a:spcPts val="0"/>
              </a:spcAft>
              <a:buClr>
                <a:srgbClr val="4E2A84"/>
              </a:buClr>
              <a:buSzPts val="3600"/>
              <a:buNone/>
              <a:defRPr>
                <a:solidFill>
                  <a:srgbClr val="4E2A84"/>
                </a:solidFill>
              </a:defRPr>
            </a:lvl4pPr>
            <a:lvl5pPr lvl="4" indent="0" rtl="0">
              <a:spcBef>
                <a:spcPts val="0"/>
              </a:spcBef>
              <a:spcAft>
                <a:spcPts val="0"/>
              </a:spcAft>
              <a:buClr>
                <a:srgbClr val="4E2A84"/>
              </a:buClr>
              <a:buSzPts val="3600"/>
              <a:buNone/>
              <a:defRPr>
                <a:solidFill>
                  <a:srgbClr val="4E2A84"/>
                </a:solidFill>
              </a:defRPr>
            </a:lvl5pPr>
            <a:lvl6pPr lvl="5" indent="0" rtl="0">
              <a:spcBef>
                <a:spcPts val="0"/>
              </a:spcBef>
              <a:spcAft>
                <a:spcPts val="0"/>
              </a:spcAft>
              <a:buClr>
                <a:srgbClr val="4E2A84"/>
              </a:buClr>
              <a:buSzPts val="3600"/>
              <a:buNone/>
              <a:defRPr>
                <a:solidFill>
                  <a:srgbClr val="4E2A84"/>
                </a:solidFill>
              </a:defRPr>
            </a:lvl6pPr>
            <a:lvl7pPr lvl="6" indent="0" rtl="0">
              <a:spcBef>
                <a:spcPts val="0"/>
              </a:spcBef>
              <a:spcAft>
                <a:spcPts val="0"/>
              </a:spcAft>
              <a:buClr>
                <a:srgbClr val="4E2A84"/>
              </a:buClr>
              <a:buSzPts val="3600"/>
              <a:buNone/>
              <a:defRPr>
                <a:solidFill>
                  <a:srgbClr val="4E2A84"/>
                </a:solidFill>
              </a:defRPr>
            </a:lvl7pPr>
            <a:lvl8pPr lvl="7" indent="0" rtl="0">
              <a:spcBef>
                <a:spcPts val="0"/>
              </a:spcBef>
              <a:spcAft>
                <a:spcPts val="0"/>
              </a:spcAft>
              <a:buClr>
                <a:srgbClr val="4E2A84"/>
              </a:buClr>
              <a:buSzPts val="3600"/>
              <a:buNone/>
              <a:defRPr>
                <a:solidFill>
                  <a:srgbClr val="4E2A84"/>
                </a:solidFill>
              </a:defRPr>
            </a:lvl8pPr>
            <a:lvl9pPr lvl="8" indent="0" rtl="0">
              <a:spcBef>
                <a:spcPts val="0"/>
              </a:spcBef>
              <a:spcAft>
                <a:spcPts val="0"/>
              </a:spcAft>
              <a:buClr>
                <a:srgbClr val="4E2A84"/>
              </a:buClr>
              <a:buSzPts val="3600"/>
              <a:buNone/>
              <a:defRPr>
                <a:solidFill>
                  <a:srgbClr val="4E2A84"/>
                </a:solidFill>
              </a:defRPr>
            </a:lvl9pPr>
          </a:lstStyle>
          <a:p>
            <a:endParaRPr/>
          </a:p>
        </p:txBody>
      </p:sp>
      <p:sp>
        <p:nvSpPr>
          <p:cNvPr id="20" name="Google Shape;20;p3"/>
          <p:cNvSpPr txBox="1">
            <a:spLocks noGrp="1"/>
          </p:cNvSpPr>
          <p:nvPr>
            <p:ph type="body" idx="1"/>
          </p:nvPr>
        </p:nvSpPr>
        <p:spPr>
          <a:xfrm>
            <a:off x="0" y="764006"/>
            <a:ext cx="9144000" cy="40032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Char char="•"/>
              <a:defRPr sz="2800" i="0" u="none" strike="noStrike" cap="none">
                <a:solidFill>
                  <a:schemeClr val="dk1"/>
                </a:solidFill>
              </a:defRPr>
            </a:lvl1pPr>
            <a:lvl2pPr marL="914400" marR="0" lvl="1" indent="-381000" algn="l" rtl="0">
              <a:lnSpc>
                <a:spcPct val="90000"/>
              </a:lnSpc>
              <a:spcBef>
                <a:spcPts val="500"/>
              </a:spcBef>
              <a:spcAft>
                <a:spcPts val="0"/>
              </a:spcAft>
              <a:buClr>
                <a:schemeClr val="dk1"/>
              </a:buClr>
              <a:buSzPts val="2400"/>
              <a:buChar char="•"/>
              <a:defRPr sz="2400" i="0" u="none" strike="noStrike" cap="none">
                <a:solidFill>
                  <a:schemeClr val="dk1"/>
                </a:solidFill>
              </a:defRPr>
            </a:lvl2pPr>
            <a:lvl3pPr marL="1371600" marR="0" lvl="2" indent="-355600" algn="l" rtl="0">
              <a:lnSpc>
                <a:spcPct val="90000"/>
              </a:lnSpc>
              <a:spcBef>
                <a:spcPts val="500"/>
              </a:spcBef>
              <a:spcAft>
                <a:spcPts val="0"/>
              </a:spcAft>
              <a:buClr>
                <a:schemeClr val="dk1"/>
              </a:buClr>
              <a:buSzPts val="2000"/>
              <a:buChar char="•"/>
              <a:defRPr sz="2000" i="0" u="none" strike="noStrike" cap="none">
                <a:solidFill>
                  <a:schemeClr val="dk1"/>
                </a:solidFill>
              </a:defRPr>
            </a:lvl3pPr>
            <a:lvl4pPr marL="1828800" marR="0" lvl="3" indent="-342900" algn="l" rtl="0">
              <a:lnSpc>
                <a:spcPct val="90000"/>
              </a:lnSpc>
              <a:spcBef>
                <a:spcPts val="500"/>
              </a:spcBef>
              <a:spcAft>
                <a:spcPts val="0"/>
              </a:spcAft>
              <a:buClr>
                <a:schemeClr val="dk1"/>
              </a:buClr>
              <a:buSzPts val="1800"/>
              <a:buChar char="•"/>
              <a:defRPr sz="1800" i="0" u="none" strike="noStrike" cap="none">
                <a:solidFill>
                  <a:schemeClr val="dk1"/>
                </a:solidFill>
              </a:defRPr>
            </a:lvl4pPr>
            <a:lvl5pPr marL="2286000" marR="0" lvl="4" indent="-342900" algn="l" rtl="0">
              <a:lnSpc>
                <a:spcPct val="90000"/>
              </a:lnSpc>
              <a:spcBef>
                <a:spcPts val="500"/>
              </a:spcBef>
              <a:spcAft>
                <a:spcPts val="0"/>
              </a:spcAft>
              <a:buClr>
                <a:schemeClr val="dk1"/>
              </a:buClr>
              <a:buSzPts val="1800"/>
              <a:buChar char="•"/>
              <a:defRPr sz="1800" i="0" u="none" strike="noStrike" cap="none">
                <a:solidFill>
                  <a:schemeClr val="dk1"/>
                </a:solidFill>
              </a:defRPr>
            </a:lvl5pPr>
            <a:lvl6pPr marL="2743200" marR="0" lvl="5" indent="-342900" algn="l" rtl="0">
              <a:lnSpc>
                <a:spcPct val="90000"/>
              </a:lnSpc>
              <a:spcBef>
                <a:spcPts val="500"/>
              </a:spcBef>
              <a:spcAft>
                <a:spcPts val="0"/>
              </a:spcAft>
              <a:buClr>
                <a:schemeClr val="dk1"/>
              </a:buClr>
              <a:buSzPts val="1800"/>
              <a:buChar char="•"/>
              <a:defRPr sz="1800" i="0" u="none" strike="noStrike" cap="none">
                <a:solidFill>
                  <a:schemeClr val="dk1"/>
                </a:solidFill>
              </a:defRPr>
            </a:lvl6pPr>
            <a:lvl7pPr marL="3200400" marR="0" lvl="6" indent="-342900" algn="l" rtl="0">
              <a:lnSpc>
                <a:spcPct val="90000"/>
              </a:lnSpc>
              <a:spcBef>
                <a:spcPts val="500"/>
              </a:spcBef>
              <a:spcAft>
                <a:spcPts val="0"/>
              </a:spcAft>
              <a:buClr>
                <a:schemeClr val="dk1"/>
              </a:buClr>
              <a:buSzPts val="1800"/>
              <a:buChar char="•"/>
              <a:defRPr sz="1800" i="0" u="none" strike="noStrike" cap="none">
                <a:solidFill>
                  <a:schemeClr val="dk1"/>
                </a:solidFill>
              </a:defRPr>
            </a:lvl7pPr>
            <a:lvl8pPr marL="3657600" marR="0" lvl="7" indent="-342900" algn="l" rtl="0">
              <a:lnSpc>
                <a:spcPct val="90000"/>
              </a:lnSpc>
              <a:spcBef>
                <a:spcPts val="500"/>
              </a:spcBef>
              <a:spcAft>
                <a:spcPts val="0"/>
              </a:spcAft>
              <a:buClr>
                <a:schemeClr val="dk1"/>
              </a:buClr>
              <a:buSzPts val="1800"/>
              <a:buChar char="•"/>
              <a:defRPr sz="1800" i="0" u="none" strike="noStrike" cap="none">
                <a:solidFill>
                  <a:schemeClr val="dk1"/>
                </a:solidFill>
              </a:defRPr>
            </a:lvl8pPr>
            <a:lvl9pPr marL="4114800" marR="0" lvl="8" indent="-342900" algn="l" rtl="0">
              <a:lnSpc>
                <a:spcPct val="90000"/>
              </a:lnSpc>
              <a:spcBef>
                <a:spcPts val="500"/>
              </a:spcBef>
              <a:spcAft>
                <a:spcPts val="0"/>
              </a:spcAft>
              <a:buClr>
                <a:schemeClr val="dk1"/>
              </a:buClr>
              <a:buSzPts val="1800"/>
              <a:buChar char="•"/>
              <a:defRPr sz="1800" i="0" u="none" strike="noStrike" cap="none">
                <a:solidFill>
                  <a:schemeClr val="dk1"/>
                </a:solidFill>
              </a:defRPr>
            </a:lvl9pPr>
          </a:lstStyle>
          <a:p>
            <a:endParaRPr/>
          </a:p>
        </p:txBody>
      </p:sp>
      <p:sp>
        <p:nvSpPr>
          <p:cNvPr id="21" name="Google Shape;21;p3"/>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3"/>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3" name="Google Shape;23;p3"/>
          <p:cNvSpPr txBox="1">
            <a:spLocks noGrp="1"/>
          </p:cNvSpPr>
          <p:nvPr>
            <p:ph type="sldNum" idx="12"/>
          </p:nvPr>
        </p:nvSpPr>
        <p:spPr>
          <a:xfrm>
            <a:off x="7103400" y="4811982"/>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800">
                <a:solidFill>
                  <a:srgbClr val="888888"/>
                </a:solidFill>
              </a:defRPr>
            </a:lvl1pPr>
            <a:lvl2pPr marL="0" marR="0" lvl="1" indent="0" algn="r" rtl="0">
              <a:spcBef>
                <a:spcPts val="0"/>
              </a:spcBef>
              <a:buNone/>
              <a:defRPr sz="1800">
                <a:solidFill>
                  <a:srgbClr val="888888"/>
                </a:solidFill>
              </a:defRPr>
            </a:lvl2pPr>
            <a:lvl3pPr marL="0" marR="0" lvl="2" indent="0" algn="r" rtl="0">
              <a:spcBef>
                <a:spcPts val="0"/>
              </a:spcBef>
              <a:buNone/>
              <a:defRPr sz="1800">
                <a:solidFill>
                  <a:srgbClr val="888888"/>
                </a:solidFill>
              </a:defRPr>
            </a:lvl3pPr>
            <a:lvl4pPr marL="0" marR="0" lvl="3" indent="0" algn="r" rtl="0">
              <a:spcBef>
                <a:spcPts val="0"/>
              </a:spcBef>
              <a:buNone/>
              <a:defRPr sz="1800">
                <a:solidFill>
                  <a:srgbClr val="888888"/>
                </a:solidFill>
              </a:defRPr>
            </a:lvl4pPr>
            <a:lvl5pPr marL="0" marR="0" lvl="4" indent="0" algn="r" rtl="0">
              <a:spcBef>
                <a:spcPts val="0"/>
              </a:spcBef>
              <a:buNone/>
              <a:defRPr sz="1800">
                <a:solidFill>
                  <a:srgbClr val="888888"/>
                </a:solidFill>
              </a:defRPr>
            </a:lvl5pPr>
            <a:lvl6pPr marL="0" marR="0" lvl="5" indent="0" algn="r" rtl="0">
              <a:spcBef>
                <a:spcPts val="0"/>
              </a:spcBef>
              <a:buNone/>
              <a:defRPr sz="1800">
                <a:solidFill>
                  <a:srgbClr val="888888"/>
                </a:solidFill>
              </a:defRPr>
            </a:lvl6pPr>
            <a:lvl7pPr marL="0" marR="0" lvl="6" indent="0" algn="r" rtl="0">
              <a:spcBef>
                <a:spcPts val="0"/>
              </a:spcBef>
              <a:buNone/>
              <a:defRPr sz="1800">
                <a:solidFill>
                  <a:srgbClr val="888888"/>
                </a:solidFill>
              </a:defRPr>
            </a:lvl7pPr>
            <a:lvl8pPr marL="0" marR="0" lvl="7" indent="0" algn="r" rtl="0">
              <a:spcBef>
                <a:spcPts val="0"/>
              </a:spcBef>
              <a:buNone/>
              <a:defRPr sz="1800">
                <a:solidFill>
                  <a:srgbClr val="888888"/>
                </a:solidFill>
              </a:defRPr>
            </a:lvl8pPr>
            <a:lvl9pPr marL="0" marR="0" lvl="8" indent="0" algn="r" rtl="0">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623888" y="1282304"/>
            <a:ext cx="7886700" cy="21396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rgbClr val="4E2A84"/>
              </a:buClr>
              <a:buSzPts val="6000"/>
              <a:buNone/>
              <a:defRPr sz="6000" i="0" u="none" strike="noStrike" cap="none">
                <a:solidFill>
                  <a:srgbClr val="4E2A84"/>
                </a:solidFill>
              </a:defRPr>
            </a:lvl1pPr>
            <a:lvl2pPr lvl="1" indent="0" rtl="0">
              <a:spcBef>
                <a:spcPts val="0"/>
              </a:spcBef>
              <a:spcAft>
                <a:spcPts val="0"/>
              </a:spcAft>
              <a:buClr>
                <a:srgbClr val="4E2A84"/>
              </a:buClr>
              <a:buSzPts val="3600"/>
              <a:buNone/>
              <a:defRPr sz="1800">
                <a:solidFill>
                  <a:srgbClr val="4E2A84"/>
                </a:solidFill>
              </a:defRPr>
            </a:lvl2pPr>
            <a:lvl3pPr lvl="2" indent="0" rtl="0">
              <a:spcBef>
                <a:spcPts val="0"/>
              </a:spcBef>
              <a:spcAft>
                <a:spcPts val="0"/>
              </a:spcAft>
              <a:buClr>
                <a:srgbClr val="4E2A84"/>
              </a:buClr>
              <a:buSzPts val="3600"/>
              <a:buNone/>
              <a:defRPr sz="1800">
                <a:solidFill>
                  <a:srgbClr val="4E2A84"/>
                </a:solidFill>
              </a:defRPr>
            </a:lvl3pPr>
            <a:lvl4pPr lvl="3" indent="0" rtl="0">
              <a:spcBef>
                <a:spcPts val="0"/>
              </a:spcBef>
              <a:spcAft>
                <a:spcPts val="0"/>
              </a:spcAft>
              <a:buClr>
                <a:srgbClr val="4E2A84"/>
              </a:buClr>
              <a:buSzPts val="3600"/>
              <a:buNone/>
              <a:defRPr sz="1800">
                <a:solidFill>
                  <a:srgbClr val="4E2A84"/>
                </a:solidFill>
              </a:defRPr>
            </a:lvl4pPr>
            <a:lvl5pPr lvl="4" indent="0" rtl="0">
              <a:spcBef>
                <a:spcPts val="0"/>
              </a:spcBef>
              <a:spcAft>
                <a:spcPts val="0"/>
              </a:spcAft>
              <a:buClr>
                <a:srgbClr val="4E2A84"/>
              </a:buClr>
              <a:buSzPts val="3600"/>
              <a:buNone/>
              <a:defRPr sz="1800">
                <a:solidFill>
                  <a:srgbClr val="4E2A84"/>
                </a:solidFill>
              </a:defRPr>
            </a:lvl5pPr>
            <a:lvl6pPr lvl="5" indent="0" rtl="0">
              <a:spcBef>
                <a:spcPts val="0"/>
              </a:spcBef>
              <a:spcAft>
                <a:spcPts val="0"/>
              </a:spcAft>
              <a:buClr>
                <a:srgbClr val="4E2A84"/>
              </a:buClr>
              <a:buSzPts val="3600"/>
              <a:buNone/>
              <a:defRPr sz="1800">
                <a:solidFill>
                  <a:srgbClr val="4E2A84"/>
                </a:solidFill>
              </a:defRPr>
            </a:lvl6pPr>
            <a:lvl7pPr lvl="6" indent="0" rtl="0">
              <a:spcBef>
                <a:spcPts val="0"/>
              </a:spcBef>
              <a:spcAft>
                <a:spcPts val="0"/>
              </a:spcAft>
              <a:buClr>
                <a:srgbClr val="4E2A84"/>
              </a:buClr>
              <a:buSzPts val="3600"/>
              <a:buNone/>
              <a:defRPr sz="1800">
                <a:solidFill>
                  <a:srgbClr val="4E2A84"/>
                </a:solidFill>
              </a:defRPr>
            </a:lvl7pPr>
            <a:lvl8pPr lvl="7" indent="0" rtl="0">
              <a:spcBef>
                <a:spcPts val="0"/>
              </a:spcBef>
              <a:spcAft>
                <a:spcPts val="0"/>
              </a:spcAft>
              <a:buClr>
                <a:srgbClr val="4E2A84"/>
              </a:buClr>
              <a:buSzPts val="3600"/>
              <a:buNone/>
              <a:defRPr sz="1800">
                <a:solidFill>
                  <a:srgbClr val="4E2A84"/>
                </a:solidFill>
              </a:defRPr>
            </a:lvl8pPr>
            <a:lvl9pPr lvl="8" indent="0" rtl="0">
              <a:spcBef>
                <a:spcPts val="0"/>
              </a:spcBef>
              <a:spcAft>
                <a:spcPts val="0"/>
              </a:spcAft>
              <a:buClr>
                <a:srgbClr val="4E2A84"/>
              </a:buClr>
              <a:buSzPts val="3600"/>
              <a:buNone/>
              <a:defRPr sz="1800">
                <a:solidFill>
                  <a:srgbClr val="4E2A84"/>
                </a:solidFill>
              </a:defRPr>
            </a:lvl9pPr>
          </a:lstStyle>
          <a:p>
            <a:endParaRPr/>
          </a:p>
        </p:txBody>
      </p:sp>
      <p:sp>
        <p:nvSpPr>
          <p:cNvPr id="26" name="Google Shape;26;p4"/>
          <p:cNvSpPr txBox="1">
            <a:spLocks noGrp="1"/>
          </p:cNvSpPr>
          <p:nvPr>
            <p:ph type="body" idx="1"/>
          </p:nvPr>
        </p:nvSpPr>
        <p:spPr>
          <a:xfrm>
            <a:off x="623888" y="3442098"/>
            <a:ext cx="7886700" cy="11253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Helvetica Neue"/>
                <a:ea typeface="Helvetica Neue"/>
                <a:cs typeface="Helvetica Neue"/>
                <a:sym typeface="Helvetica Neue"/>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Helvetica Neue"/>
                <a:ea typeface="Helvetica Neue"/>
                <a:cs typeface="Helvetica Neue"/>
                <a:sym typeface="Helvetica Neue"/>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Helvetica Neue"/>
                <a:ea typeface="Helvetica Neue"/>
                <a:cs typeface="Helvetica Neue"/>
                <a:sym typeface="Helvetica Neue"/>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Helvetica Neue"/>
                <a:ea typeface="Helvetica Neue"/>
                <a:cs typeface="Helvetica Neue"/>
                <a:sym typeface="Helvetica Neue"/>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27" name="Google Shape;27;p4"/>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4"/>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9" name="Google Shape;29;p4"/>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0" y="300805"/>
            <a:ext cx="9144000" cy="6156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rtl="0">
              <a:spcBef>
                <a:spcPts val="0"/>
              </a:spcBef>
              <a:spcAft>
                <a:spcPts val="0"/>
              </a:spcAft>
              <a:buSzPts val="3600"/>
              <a:buNone/>
              <a:defRPr sz="1800"/>
            </a:lvl2pPr>
            <a:lvl3pPr lvl="2" indent="0" rtl="0">
              <a:spcBef>
                <a:spcPts val="0"/>
              </a:spcBef>
              <a:spcAft>
                <a:spcPts val="0"/>
              </a:spcAft>
              <a:buSzPts val="3600"/>
              <a:buNone/>
              <a:defRPr sz="1800"/>
            </a:lvl3pPr>
            <a:lvl4pPr lvl="3" indent="0" rtl="0">
              <a:spcBef>
                <a:spcPts val="0"/>
              </a:spcBef>
              <a:spcAft>
                <a:spcPts val="0"/>
              </a:spcAft>
              <a:buSzPts val="3600"/>
              <a:buNone/>
              <a:defRPr sz="1800"/>
            </a:lvl4pPr>
            <a:lvl5pPr lvl="4" indent="0" rtl="0">
              <a:spcBef>
                <a:spcPts val="0"/>
              </a:spcBef>
              <a:spcAft>
                <a:spcPts val="0"/>
              </a:spcAft>
              <a:buSzPts val="3600"/>
              <a:buNone/>
              <a:defRPr sz="1800"/>
            </a:lvl5pPr>
            <a:lvl6pPr lvl="5" indent="0" rtl="0">
              <a:spcBef>
                <a:spcPts val="0"/>
              </a:spcBef>
              <a:spcAft>
                <a:spcPts val="0"/>
              </a:spcAft>
              <a:buSzPts val="3600"/>
              <a:buNone/>
              <a:defRPr sz="1800"/>
            </a:lvl6pPr>
            <a:lvl7pPr lvl="6" indent="0" rtl="0">
              <a:spcBef>
                <a:spcPts val="0"/>
              </a:spcBef>
              <a:spcAft>
                <a:spcPts val="0"/>
              </a:spcAft>
              <a:buSzPts val="3600"/>
              <a:buNone/>
              <a:defRPr sz="1800"/>
            </a:lvl7pPr>
            <a:lvl8pPr lvl="7" indent="0" rtl="0">
              <a:spcBef>
                <a:spcPts val="0"/>
              </a:spcBef>
              <a:spcAft>
                <a:spcPts val="0"/>
              </a:spcAft>
              <a:buSzPts val="3600"/>
              <a:buNone/>
              <a:defRPr sz="1800"/>
            </a:lvl8pPr>
            <a:lvl9pPr lvl="8" indent="0" rtl="0">
              <a:spcBef>
                <a:spcPts val="0"/>
              </a:spcBef>
              <a:spcAft>
                <a:spcPts val="0"/>
              </a:spcAft>
              <a:buSzPts val="3600"/>
              <a:buNone/>
              <a:defRPr sz="1800"/>
            </a:lvl9pPr>
          </a:lstStyle>
          <a:p>
            <a:endParaRPr/>
          </a:p>
        </p:txBody>
      </p:sp>
      <p:sp>
        <p:nvSpPr>
          <p:cNvPr id="32" name="Google Shape;32;p5"/>
          <p:cNvSpPr txBox="1">
            <a:spLocks noGrp="1"/>
          </p:cNvSpPr>
          <p:nvPr>
            <p:ph type="body" idx="1"/>
          </p:nvPr>
        </p:nvSpPr>
        <p:spPr>
          <a:xfrm>
            <a:off x="628650" y="1369219"/>
            <a:ext cx="3886200" cy="32634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body" idx="2"/>
          </p:nvPr>
        </p:nvSpPr>
        <p:spPr>
          <a:xfrm>
            <a:off x="4629150" y="1369219"/>
            <a:ext cx="3886200" cy="32634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629841" y="273844"/>
            <a:ext cx="7886700" cy="9942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rtl="0">
              <a:spcBef>
                <a:spcPts val="0"/>
              </a:spcBef>
              <a:spcAft>
                <a:spcPts val="0"/>
              </a:spcAft>
              <a:buSzPts val="3600"/>
              <a:buNone/>
              <a:defRPr sz="1800"/>
            </a:lvl2pPr>
            <a:lvl3pPr lvl="2" indent="0" rtl="0">
              <a:spcBef>
                <a:spcPts val="0"/>
              </a:spcBef>
              <a:spcAft>
                <a:spcPts val="0"/>
              </a:spcAft>
              <a:buSzPts val="3600"/>
              <a:buNone/>
              <a:defRPr sz="1800"/>
            </a:lvl3pPr>
            <a:lvl4pPr lvl="3" indent="0" rtl="0">
              <a:spcBef>
                <a:spcPts val="0"/>
              </a:spcBef>
              <a:spcAft>
                <a:spcPts val="0"/>
              </a:spcAft>
              <a:buSzPts val="3600"/>
              <a:buNone/>
              <a:defRPr sz="1800"/>
            </a:lvl4pPr>
            <a:lvl5pPr lvl="4" indent="0" rtl="0">
              <a:spcBef>
                <a:spcPts val="0"/>
              </a:spcBef>
              <a:spcAft>
                <a:spcPts val="0"/>
              </a:spcAft>
              <a:buSzPts val="3600"/>
              <a:buNone/>
              <a:defRPr sz="1800"/>
            </a:lvl5pPr>
            <a:lvl6pPr lvl="5" indent="0" rtl="0">
              <a:spcBef>
                <a:spcPts val="0"/>
              </a:spcBef>
              <a:spcAft>
                <a:spcPts val="0"/>
              </a:spcAft>
              <a:buSzPts val="3600"/>
              <a:buNone/>
              <a:defRPr sz="1800"/>
            </a:lvl6pPr>
            <a:lvl7pPr lvl="6" indent="0" rtl="0">
              <a:spcBef>
                <a:spcPts val="0"/>
              </a:spcBef>
              <a:spcAft>
                <a:spcPts val="0"/>
              </a:spcAft>
              <a:buSzPts val="3600"/>
              <a:buNone/>
              <a:defRPr sz="1800"/>
            </a:lvl7pPr>
            <a:lvl8pPr lvl="7" indent="0" rtl="0">
              <a:spcBef>
                <a:spcPts val="0"/>
              </a:spcBef>
              <a:spcAft>
                <a:spcPts val="0"/>
              </a:spcAft>
              <a:buSzPts val="3600"/>
              <a:buNone/>
              <a:defRPr sz="1800"/>
            </a:lvl8pPr>
            <a:lvl9pPr lvl="8" indent="0" rtl="0">
              <a:spcBef>
                <a:spcPts val="0"/>
              </a:spcBef>
              <a:spcAft>
                <a:spcPts val="0"/>
              </a:spcAft>
              <a:buSzPts val="3600"/>
              <a:buNone/>
              <a:defRPr sz="1800"/>
            </a:lvl9pPr>
          </a:lstStyle>
          <a:p>
            <a:endParaRPr/>
          </a:p>
        </p:txBody>
      </p:sp>
      <p:sp>
        <p:nvSpPr>
          <p:cNvPr id="39" name="Google Shape;39;p6"/>
          <p:cNvSpPr txBox="1">
            <a:spLocks noGrp="1"/>
          </p:cNvSpPr>
          <p:nvPr>
            <p:ph type="body" idx="1"/>
          </p:nvPr>
        </p:nvSpPr>
        <p:spPr>
          <a:xfrm>
            <a:off x="629842" y="1260872"/>
            <a:ext cx="3868200" cy="6180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Helvetica Neue"/>
                <a:ea typeface="Helvetica Neue"/>
                <a:cs typeface="Helvetica Neue"/>
                <a:sym typeface="Helvetica Neue"/>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Helvetica Neue"/>
                <a:ea typeface="Helvetica Neue"/>
                <a:cs typeface="Helvetica Neue"/>
                <a:sym typeface="Helvetica Neue"/>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Helvetica Neue"/>
                <a:ea typeface="Helvetica Neue"/>
                <a:cs typeface="Helvetica Neue"/>
                <a:sym typeface="Helvetica Neue"/>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Helvetica Neue"/>
                <a:ea typeface="Helvetica Neue"/>
                <a:cs typeface="Helvetica Neue"/>
                <a:sym typeface="Helvetica Neue"/>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Helvetica Neue"/>
                <a:ea typeface="Helvetica Neue"/>
                <a:cs typeface="Helvetica Neue"/>
                <a:sym typeface="Helvetica Neue"/>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body" idx="2"/>
          </p:nvPr>
        </p:nvSpPr>
        <p:spPr>
          <a:xfrm>
            <a:off x="629842" y="1878806"/>
            <a:ext cx="3868200" cy="2763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body" idx="3"/>
          </p:nvPr>
        </p:nvSpPr>
        <p:spPr>
          <a:xfrm>
            <a:off x="4629150" y="1260872"/>
            <a:ext cx="3887400" cy="6180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Helvetica Neue"/>
                <a:ea typeface="Helvetica Neue"/>
                <a:cs typeface="Helvetica Neue"/>
                <a:sym typeface="Helvetica Neue"/>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Helvetica Neue"/>
                <a:ea typeface="Helvetica Neue"/>
                <a:cs typeface="Helvetica Neue"/>
                <a:sym typeface="Helvetica Neue"/>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Helvetica Neue"/>
                <a:ea typeface="Helvetica Neue"/>
                <a:cs typeface="Helvetica Neue"/>
                <a:sym typeface="Helvetica Neue"/>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Helvetica Neue"/>
                <a:ea typeface="Helvetica Neue"/>
                <a:cs typeface="Helvetica Neue"/>
                <a:sym typeface="Helvetica Neue"/>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Helvetica Neue"/>
                <a:ea typeface="Helvetica Neue"/>
                <a:cs typeface="Helvetica Neue"/>
                <a:sym typeface="Helvetica Neue"/>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body" idx="4"/>
          </p:nvPr>
        </p:nvSpPr>
        <p:spPr>
          <a:xfrm>
            <a:off x="4629150" y="1878806"/>
            <a:ext cx="3887400" cy="2763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0" y="300805"/>
            <a:ext cx="9144000" cy="615600"/>
          </a:xfrm>
          <a:prstGeom prst="rect">
            <a:avLst/>
          </a:prstGeom>
          <a:noFill/>
          <a:ln>
            <a:noFill/>
          </a:ln>
        </p:spPr>
        <p:txBody>
          <a:bodyPr spcFirstLastPara="1" wrap="square" lIns="91425" tIns="91425" rIns="91425" bIns="91425" anchor="ctr" anchorCtr="0">
            <a:noAutofit/>
          </a:bodyPr>
          <a:lstStyle>
            <a:lvl1pPr marL="0" marR="0" lvl="0" indent="0" rtl="0">
              <a:lnSpc>
                <a:spcPct val="90000"/>
              </a:lnSpc>
              <a:spcBef>
                <a:spcPts val="0"/>
              </a:spcBef>
              <a:spcAft>
                <a:spcPts val="0"/>
              </a:spcAft>
              <a:buClr>
                <a:srgbClr val="4E2A84"/>
              </a:buClr>
              <a:buSzPts val="3600"/>
              <a:buNone/>
              <a:defRPr i="0" u="none" strike="noStrike" cap="none">
                <a:solidFill>
                  <a:srgbClr val="4E2A84"/>
                </a:solidFill>
              </a:defRPr>
            </a:lvl1pPr>
            <a:lvl2pPr lvl="1" indent="0" rtl="0">
              <a:spcBef>
                <a:spcPts val="0"/>
              </a:spcBef>
              <a:spcAft>
                <a:spcPts val="0"/>
              </a:spcAft>
              <a:buClr>
                <a:srgbClr val="4E2A84"/>
              </a:buClr>
              <a:buSzPts val="3600"/>
              <a:buNone/>
              <a:defRPr>
                <a:solidFill>
                  <a:srgbClr val="4E2A84"/>
                </a:solidFill>
              </a:defRPr>
            </a:lvl2pPr>
            <a:lvl3pPr lvl="2" indent="0" rtl="0">
              <a:spcBef>
                <a:spcPts val="0"/>
              </a:spcBef>
              <a:spcAft>
                <a:spcPts val="0"/>
              </a:spcAft>
              <a:buClr>
                <a:srgbClr val="4E2A84"/>
              </a:buClr>
              <a:buSzPts val="3600"/>
              <a:buNone/>
              <a:defRPr>
                <a:solidFill>
                  <a:srgbClr val="4E2A84"/>
                </a:solidFill>
              </a:defRPr>
            </a:lvl3pPr>
            <a:lvl4pPr lvl="3" indent="0" rtl="0">
              <a:spcBef>
                <a:spcPts val="0"/>
              </a:spcBef>
              <a:spcAft>
                <a:spcPts val="0"/>
              </a:spcAft>
              <a:buClr>
                <a:srgbClr val="4E2A84"/>
              </a:buClr>
              <a:buSzPts val="3600"/>
              <a:buNone/>
              <a:defRPr>
                <a:solidFill>
                  <a:srgbClr val="4E2A84"/>
                </a:solidFill>
              </a:defRPr>
            </a:lvl4pPr>
            <a:lvl5pPr lvl="4" indent="0" rtl="0">
              <a:spcBef>
                <a:spcPts val="0"/>
              </a:spcBef>
              <a:spcAft>
                <a:spcPts val="0"/>
              </a:spcAft>
              <a:buClr>
                <a:srgbClr val="4E2A84"/>
              </a:buClr>
              <a:buSzPts val="3600"/>
              <a:buNone/>
              <a:defRPr>
                <a:solidFill>
                  <a:srgbClr val="4E2A84"/>
                </a:solidFill>
              </a:defRPr>
            </a:lvl5pPr>
            <a:lvl6pPr lvl="5" indent="0" rtl="0">
              <a:spcBef>
                <a:spcPts val="0"/>
              </a:spcBef>
              <a:spcAft>
                <a:spcPts val="0"/>
              </a:spcAft>
              <a:buClr>
                <a:srgbClr val="4E2A84"/>
              </a:buClr>
              <a:buSzPts val="3600"/>
              <a:buNone/>
              <a:defRPr>
                <a:solidFill>
                  <a:srgbClr val="4E2A84"/>
                </a:solidFill>
              </a:defRPr>
            </a:lvl6pPr>
            <a:lvl7pPr lvl="6" indent="0" rtl="0">
              <a:spcBef>
                <a:spcPts val="0"/>
              </a:spcBef>
              <a:spcAft>
                <a:spcPts val="0"/>
              </a:spcAft>
              <a:buClr>
                <a:srgbClr val="4E2A84"/>
              </a:buClr>
              <a:buSzPts val="3600"/>
              <a:buNone/>
              <a:defRPr>
                <a:solidFill>
                  <a:srgbClr val="4E2A84"/>
                </a:solidFill>
              </a:defRPr>
            </a:lvl7pPr>
            <a:lvl8pPr lvl="7" indent="0" rtl="0">
              <a:spcBef>
                <a:spcPts val="0"/>
              </a:spcBef>
              <a:spcAft>
                <a:spcPts val="0"/>
              </a:spcAft>
              <a:buClr>
                <a:srgbClr val="4E2A84"/>
              </a:buClr>
              <a:buSzPts val="3600"/>
              <a:buNone/>
              <a:defRPr>
                <a:solidFill>
                  <a:srgbClr val="4E2A84"/>
                </a:solidFill>
              </a:defRPr>
            </a:lvl8pPr>
            <a:lvl9pPr lvl="8" indent="0" rtl="0">
              <a:spcBef>
                <a:spcPts val="0"/>
              </a:spcBef>
              <a:spcAft>
                <a:spcPts val="0"/>
              </a:spcAft>
              <a:buClr>
                <a:srgbClr val="4E2A84"/>
              </a:buClr>
              <a:buSzPts val="3600"/>
              <a:buNone/>
              <a:defRPr>
                <a:solidFill>
                  <a:srgbClr val="4E2A84"/>
                </a:solidFill>
              </a:defRPr>
            </a:lvl9pPr>
          </a:lstStyle>
          <a:p>
            <a:endParaRPr/>
          </a:p>
        </p:txBody>
      </p:sp>
      <p:sp>
        <p:nvSpPr>
          <p:cNvPr id="48" name="Google Shape;48;p7"/>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7"/>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0" name="Google Shape;50;p7"/>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1"/>
        <p:cNvGrpSpPr/>
        <p:nvPr/>
      </p:nvGrpSpPr>
      <p:grpSpPr>
        <a:xfrm>
          <a:off x="0" y="0"/>
          <a:ext cx="0" cy="0"/>
          <a:chOff x="0" y="0"/>
          <a:chExt cx="0" cy="0"/>
        </a:xfrm>
      </p:grpSpPr>
      <p:sp>
        <p:nvSpPr>
          <p:cNvPr id="52" name="Google Shape;52;p8"/>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629841" y="342900"/>
            <a:ext cx="2949300" cy="12003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indent="0" rtl="0">
              <a:spcBef>
                <a:spcPts val="0"/>
              </a:spcBef>
              <a:spcAft>
                <a:spcPts val="0"/>
              </a:spcAft>
              <a:buSzPts val="3600"/>
              <a:buNone/>
              <a:defRPr sz="1800"/>
            </a:lvl2pPr>
            <a:lvl3pPr lvl="2" indent="0" rtl="0">
              <a:spcBef>
                <a:spcPts val="0"/>
              </a:spcBef>
              <a:spcAft>
                <a:spcPts val="0"/>
              </a:spcAft>
              <a:buSzPts val="3600"/>
              <a:buNone/>
              <a:defRPr sz="1800"/>
            </a:lvl3pPr>
            <a:lvl4pPr lvl="3" indent="0" rtl="0">
              <a:spcBef>
                <a:spcPts val="0"/>
              </a:spcBef>
              <a:spcAft>
                <a:spcPts val="0"/>
              </a:spcAft>
              <a:buSzPts val="3600"/>
              <a:buNone/>
              <a:defRPr sz="1800"/>
            </a:lvl4pPr>
            <a:lvl5pPr lvl="4" indent="0" rtl="0">
              <a:spcBef>
                <a:spcPts val="0"/>
              </a:spcBef>
              <a:spcAft>
                <a:spcPts val="0"/>
              </a:spcAft>
              <a:buSzPts val="3600"/>
              <a:buNone/>
              <a:defRPr sz="1800"/>
            </a:lvl5pPr>
            <a:lvl6pPr lvl="5" indent="0" rtl="0">
              <a:spcBef>
                <a:spcPts val="0"/>
              </a:spcBef>
              <a:spcAft>
                <a:spcPts val="0"/>
              </a:spcAft>
              <a:buSzPts val="3600"/>
              <a:buNone/>
              <a:defRPr sz="1800"/>
            </a:lvl6pPr>
            <a:lvl7pPr lvl="6" indent="0" rtl="0">
              <a:spcBef>
                <a:spcPts val="0"/>
              </a:spcBef>
              <a:spcAft>
                <a:spcPts val="0"/>
              </a:spcAft>
              <a:buSzPts val="3600"/>
              <a:buNone/>
              <a:defRPr sz="1800"/>
            </a:lvl7pPr>
            <a:lvl8pPr lvl="7" indent="0" rtl="0">
              <a:spcBef>
                <a:spcPts val="0"/>
              </a:spcBef>
              <a:spcAft>
                <a:spcPts val="0"/>
              </a:spcAft>
              <a:buSzPts val="3600"/>
              <a:buNone/>
              <a:defRPr sz="1800"/>
            </a:lvl8pPr>
            <a:lvl9pPr lvl="8" indent="0" rtl="0">
              <a:spcBef>
                <a:spcPts val="0"/>
              </a:spcBef>
              <a:spcAft>
                <a:spcPts val="0"/>
              </a:spcAft>
              <a:buSzPts val="3600"/>
              <a:buNone/>
              <a:defRPr sz="1800"/>
            </a:lvl9pPr>
          </a:lstStyle>
          <a:p>
            <a:endParaRPr/>
          </a:p>
        </p:txBody>
      </p:sp>
      <p:sp>
        <p:nvSpPr>
          <p:cNvPr id="57" name="Google Shape;57;p9"/>
          <p:cNvSpPr txBox="1">
            <a:spLocks noGrp="1"/>
          </p:cNvSpPr>
          <p:nvPr>
            <p:ph type="body" idx="1"/>
          </p:nvPr>
        </p:nvSpPr>
        <p:spPr>
          <a:xfrm>
            <a:off x="3887391" y="740569"/>
            <a:ext cx="4629300" cy="3655200"/>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Helvetica Neue"/>
                <a:ea typeface="Helvetica Neue"/>
                <a:cs typeface="Helvetica Neue"/>
                <a:sym typeface="Helvetica Neue"/>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body" idx="2"/>
          </p:nvPr>
        </p:nvSpPr>
        <p:spPr>
          <a:xfrm>
            <a:off x="629841" y="1543050"/>
            <a:ext cx="2949300" cy="28587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629841" y="342900"/>
            <a:ext cx="2949300" cy="12003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indent="0" rtl="0">
              <a:spcBef>
                <a:spcPts val="0"/>
              </a:spcBef>
              <a:spcAft>
                <a:spcPts val="0"/>
              </a:spcAft>
              <a:buSzPts val="3600"/>
              <a:buNone/>
              <a:defRPr sz="1800"/>
            </a:lvl2pPr>
            <a:lvl3pPr lvl="2" indent="0" rtl="0">
              <a:spcBef>
                <a:spcPts val="0"/>
              </a:spcBef>
              <a:spcAft>
                <a:spcPts val="0"/>
              </a:spcAft>
              <a:buSzPts val="3600"/>
              <a:buNone/>
              <a:defRPr sz="1800"/>
            </a:lvl3pPr>
            <a:lvl4pPr lvl="3" indent="0" rtl="0">
              <a:spcBef>
                <a:spcPts val="0"/>
              </a:spcBef>
              <a:spcAft>
                <a:spcPts val="0"/>
              </a:spcAft>
              <a:buSzPts val="3600"/>
              <a:buNone/>
              <a:defRPr sz="1800"/>
            </a:lvl4pPr>
            <a:lvl5pPr lvl="4" indent="0" rtl="0">
              <a:spcBef>
                <a:spcPts val="0"/>
              </a:spcBef>
              <a:spcAft>
                <a:spcPts val="0"/>
              </a:spcAft>
              <a:buSzPts val="3600"/>
              <a:buNone/>
              <a:defRPr sz="1800"/>
            </a:lvl5pPr>
            <a:lvl6pPr lvl="5" indent="0" rtl="0">
              <a:spcBef>
                <a:spcPts val="0"/>
              </a:spcBef>
              <a:spcAft>
                <a:spcPts val="0"/>
              </a:spcAft>
              <a:buSzPts val="3600"/>
              <a:buNone/>
              <a:defRPr sz="1800"/>
            </a:lvl6pPr>
            <a:lvl7pPr lvl="6" indent="0" rtl="0">
              <a:spcBef>
                <a:spcPts val="0"/>
              </a:spcBef>
              <a:spcAft>
                <a:spcPts val="0"/>
              </a:spcAft>
              <a:buSzPts val="3600"/>
              <a:buNone/>
              <a:defRPr sz="1800"/>
            </a:lvl7pPr>
            <a:lvl8pPr lvl="7" indent="0" rtl="0">
              <a:spcBef>
                <a:spcPts val="0"/>
              </a:spcBef>
              <a:spcAft>
                <a:spcPts val="0"/>
              </a:spcAft>
              <a:buSzPts val="3600"/>
              <a:buNone/>
              <a:defRPr sz="1800"/>
            </a:lvl8pPr>
            <a:lvl9pPr lvl="8" indent="0" rtl="0">
              <a:spcBef>
                <a:spcPts val="0"/>
              </a:spcBef>
              <a:spcAft>
                <a:spcPts val="0"/>
              </a:spcAft>
              <a:buSzPts val="3600"/>
              <a:buNone/>
              <a:defRPr sz="1800"/>
            </a:lvl9pPr>
          </a:lstStyle>
          <a:p>
            <a:endParaRPr/>
          </a:p>
        </p:txBody>
      </p:sp>
      <p:sp>
        <p:nvSpPr>
          <p:cNvPr id="64" name="Google Shape;64;p10"/>
          <p:cNvSpPr>
            <a:spLocks noGrp="1"/>
          </p:cNvSpPr>
          <p:nvPr>
            <p:ph type="pic" idx="2"/>
          </p:nvPr>
        </p:nvSpPr>
        <p:spPr>
          <a:xfrm>
            <a:off x="3887391" y="740569"/>
            <a:ext cx="4629300" cy="3655200"/>
          </a:xfrm>
          <a:prstGeom prst="rect">
            <a:avLst/>
          </a:prstGeom>
          <a:noFill/>
          <a:ln>
            <a:noFill/>
          </a:ln>
        </p:spPr>
        <p:txBody>
          <a:bodyPr spcFirstLastPara="1" wrap="square" lIns="91425" tIns="91425" rIns="91425" bIns="91425" anchor="t" anchorCtr="0">
            <a:noAutofit/>
          </a:bodyPr>
          <a:lstStyle>
            <a:lvl1pPr marL="0" marR="0" lvl="0" indent="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Helvetica Neue"/>
                <a:ea typeface="Helvetica Neue"/>
                <a:cs typeface="Helvetica Neue"/>
                <a:sym typeface="Helvetica Neue"/>
              </a:defRPr>
            </a:lvl1pPr>
            <a:lvl2pPr marL="457200" marR="0" lvl="1" indent="0"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Helvetica Neue"/>
                <a:ea typeface="Helvetica Neue"/>
                <a:cs typeface="Helvetica Neue"/>
                <a:sym typeface="Helvetica Neue"/>
              </a:defRPr>
            </a:lvl2pPr>
            <a:lvl3pPr marL="914400" marR="0" lvl="2"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Helvetica Neue"/>
                <a:ea typeface="Helvetica Neue"/>
                <a:cs typeface="Helvetica Neue"/>
                <a:sym typeface="Helvetica Neue"/>
              </a:defRPr>
            </a:lvl3pPr>
            <a:lvl4pPr marL="1371600" marR="0" lvl="3"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Helvetica Neue"/>
                <a:ea typeface="Helvetica Neue"/>
                <a:cs typeface="Helvetica Neue"/>
                <a:sym typeface="Helvetica Neue"/>
              </a:defRPr>
            </a:lvl4pPr>
            <a:lvl5pPr marL="1828800" marR="0" lvl="4"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Helvetica Neue"/>
                <a:ea typeface="Helvetica Neue"/>
                <a:cs typeface="Helvetica Neue"/>
                <a:sym typeface="Helvetica Neue"/>
              </a:defRPr>
            </a:lvl5pPr>
            <a:lvl6pPr marL="2286000" marR="0" lvl="5"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body" idx="1"/>
          </p:nvPr>
        </p:nvSpPr>
        <p:spPr>
          <a:xfrm>
            <a:off x="629841" y="1543050"/>
            <a:ext cx="2949300" cy="28587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6" name="Google Shape;66;p10"/>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10"/>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
        <p:cNvGrpSpPr/>
        <p:nvPr/>
      </p:nvGrpSpPr>
      <p:grpSpPr>
        <a:xfrm>
          <a:off x="0" y="0"/>
          <a:ext cx="0" cy="0"/>
          <a:chOff x="0" y="0"/>
          <a:chExt cx="0" cy="0"/>
        </a:xfrm>
      </p:grpSpPr>
      <p:sp>
        <p:nvSpPr>
          <p:cNvPr id="70" name="Google Shape;70;p11"/>
          <p:cNvSpPr txBox="1">
            <a:spLocks noGrp="1"/>
          </p:cNvSpPr>
          <p:nvPr>
            <p:ph type="title"/>
          </p:nvPr>
        </p:nvSpPr>
        <p:spPr>
          <a:xfrm>
            <a:off x="0" y="300805"/>
            <a:ext cx="9144000" cy="6156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rtl="0">
              <a:spcBef>
                <a:spcPts val="0"/>
              </a:spcBef>
              <a:spcAft>
                <a:spcPts val="0"/>
              </a:spcAft>
              <a:buSzPts val="3600"/>
              <a:buNone/>
              <a:defRPr sz="1800"/>
            </a:lvl2pPr>
            <a:lvl3pPr lvl="2" indent="0" rtl="0">
              <a:spcBef>
                <a:spcPts val="0"/>
              </a:spcBef>
              <a:spcAft>
                <a:spcPts val="0"/>
              </a:spcAft>
              <a:buSzPts val="3600"/>
              <a:buNone/>
              <a:defRPr sz="1800"/>
            </a:lvl3pPr>
            <a:lvl4pPr lvl="3" indent="0" rtl="0">
              <a:spcBef>
                <a:spcPts val="0"/>
              </a:spcBef>
              <a:spcAft>
                <a:spcPts val="0"/>
              </a:spcAft>
              <a:buSzPts val="3600"/>
              <a:buNone/>
              <a:defRPr sz="1800"/>
            </a:lvl4pPr>
            <a:lvl5pPr lvl="4" indent="0" rtl="0">
              <a:spcBef>
                <a:spcPts val="0"/>
              </a:spcBef>
              <a:spcAft>
                <a:spcPts val="0"/>
              </a:spcAft>
              <a:buSzPts val="3600"/>
              <a:buNone/>
              <a:defRPr sz="1800"/>
            </a:lvl5pPr>
            <a:lvl6pPr lvl="5" indent="0" rtl="0">
              <a:spcBef>
                <a:spcPts val="0"/>
              </a:spcBef>
              <a:spcAft>
                <a:spcPts val="0"/>
              </a:spcAft>
              <a:buSzPts val="3600"/>
              <a:buNone/>
              <a:defRPr sz="1800"/>
            </a:lvl6pPr>
            <a:lvl7pPr lvl="6" indent="0" rtl="0">
              <a:spcBef>
                <a:spcPts val="0"/>
              </a:spcBef>
              <a:spcAft>
                <a:spcPts val="0"/>
              </a:spcAft>
              <a:buSzPts val="3600"/>
              <a:buNone/>
              <a:defRPr sz="1800"/>
            </a:lvl7pPr>
            <a:lvl8pPr lvl="7" indent="0" rtl="0">
              <a:spcBef>
                <a:spcPts val="0"/>
              </a:spcBef>
              <a:spcAft>
                <a:spcPts val="0"/>
              </a:spcAft>
              <a:buSzPts val="3600"/>
              <a:buNone/>
              <a:defRPr sz="1800"/>
            </a:lvl8pPr>
            <a:lvl9pPr lvl="8" indent="0" rtl="0">
              <a:spcBef>
                <a:spcPts val="0"/>
              </a:spcBef>
              <a:spcAft>
                <a:spcPts val="0"/>
              </a:spcAft>
              <a:buSzPts val="3600"/>
              <a:buNone/>
              <a:defRPr sz="1800"/>
            </a:lvl9pPr>
          </a:lstStyle>
          <a:p>
            <a:endParaRPr/>
          </a:p>
        </p:txBody>
      </p:sp>
      <p:sp>
        <p:nvSpPr>
          <p:cNvPr id="71" name="Google Shape;71;p11"/>
          <p:cNvSpPr txBox="1">
            <a:spLocks noGrp="1"/>
          </p:cNvSpPr>
          <p:nvPr>
            <p:ph type="body" idx="1"/>
          </p:nvPr>
        </p:nvSpPr>
        <p:spPr>
          <a:xfrm rot="5400000">
            <a:off x="2940300" y="-942431"/>
            <a:ext cx="3263400" cy="78867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2" name="Google Shape;72;p11"/>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11"/>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rot="5400000">
            <a:off x="5350050" y="1467544"/>
            <a:ext cx="4359000" cy="19716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rtl="0">
              <a:spcBef>
                <a:spcPts val="0"/>
              </a:spcBef>
              <a:spcAft>
                <a:spcPts val="0"/>
              </a:spcAft>
              <a:buSzPts val="3600"/>
              <a:buNone/>
              <a:defRPr sz="1800"/>
            </a:lvl2pPr>
            <a:lvl3pPr lvl="2" indent="0" rtl="0">
              <a:spcBef>
                <a:spcPts val="0"/>
              </a:spcBef>
              <a:spcAft>
                <a:spcPts val="0"/>
              </a:spcAft>
              <a:buSzPts val="3600"/>
              <a:buNone/>
              <a:defRPr sz="1800"/>
            </a:lvl3pPr>
            <a:lvl4pPr lvl="3" indent="0" rtl="0">
              <a:spcBef>
                <a:spcPts val="0"/>
              </a:spcBef>
              <a:spcAft>
                <a:spcPts val="0"/>
              </a:spcAft>
              <a:buSzPts val="3600"/>
              <a:buNone/>
              <a:defRPr sz="1800"/>
            </a:lvl4pPr>
            <a:lvl5pPr lvl="4" indent="0" rtl="0">
              <a:spcBef>
                <a:spcPts val="0"/>
              </a:spcBef>
              <a:spcAft>
                <a:spcPts val="0"/>
              </a:spcAft>
              <a:buSzPts val="3600"/>
              <a:buNone/>
              <a:defRPr sz="1800"/>
            </a:lvl5pPr>
            <a:lvl6pPr lvl="5" indent="0" rtl="0">
              <a:spcBef>
                <a:spcPts val="0"/>
              </a:spcBef>
              <a:spcAft>
                <a:spcPts val="0"/>
              </a:spcAft>
              <a:buSzPts val="3600"/>
              <a:buNone/>
              <a:defRPr sz="1800"/>
            </a:lvl6pPr>
            <a:lvl7pPr lvl="6" indent="0" rtl="0">
              <a:spcBef>
                <a:spcPts val="0"/>
              </a:spcBef>
              <a:spcAft>
                <a:spcPts val="0"/>
              </a:spcAft>
              <a:buSzPts val="3600"/>
              <a:buNone/>
              <a:defRPr sz="1800"/>
            </a:lvl7pPr>
            <a:lvl8pPr lvl="7" indent="0" rtl="0">
              <a:spcBef>
                <a:spcPts val="0"/>
              </a:spcBef>
              <a:spcAft>
                <a:spcPts val="0"/>
              </a:spcAft>
              <a:buSzPts val="3600"/>
              <a:buNone/>
              <a:defRPr sz="1800"/>
            </a:lvl8pPr>
            <a:lvl9pPr lvl="8" indent="0" rtl="0">
              <a:spcBef>
                <a:spcPts val="0"/>
              </a:spcBef>
              <a:spcAft>
                <a:spcPts val="0"/>
              </a:spcAft>
              <a:buSzPts val="3600"/>
              <a:buNone/>
              <a:defRPr sz="1800"/>
            </a:lvl9pPr>
          </a:lstStyle>
          <a:p>
            <a:endParaRPr/>
          </a:p>
        </p:txBody>
      </p:sp>
      <p:sp>
        <p:nvSpPr>
          <p:cNvPr id="77" name="Google Shape;77;p12"/>
          <p:cNvSpPr txBox="1">
            <a:spLocks noGrp="1"/>
          </p:cNvSpPr>
          <p:nvPr>
            <p:ph type="body" idx="1"/>
          </p:nvPr>
        </p:nvSpPr>
        <p:spPr>
          <a:xfrm rot="5400000">
            <a:off x="1349475" y="-447056"/>
            <a:ext cx="4359000" cy="58008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0" name="Google Shape;80;p12"/>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1"/>
        <p:cNvGrpSpPr/>
        <p:nvPr/>
      </p:nvGrpSpPr>
      <p:grpSpPr>
        <a:xfrm>
          <a:off x="0" y="0"/>
          <a:ext cx="0" cy="0"/>
          <a:chOff x="0" y="0"/>
          <a:chExt cx="0" cy="0"/>
        </a:xfrm>
      </p:grpSpPr>
      <p:sp>
        <p:nvSpPr>
          <p:cNvPr id="82" name="Google Shape;82;p13"/>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83" name="Google Shape;83;p1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406400" rtl="0">
              <a:spcBef>
                <a:spcPts val="1000"/>
              </a:spcBef>
              <a:spcAft>
                <a:spcPts val="0"/>
              </a:spcAft>
              <a:buSzPts val="2800"/>
              <a:buChar char="•"/>
              <a:defRPr/>
            </a:lvl1pPr>
            <a:lvl2pPr marL="914400" lvl="1" indent="-381000" rtl="0">
              <a:spcBef>
                <a:spcPts val="500"/>
              </a:spcBef>
              <a:spcAft>
                <a:spcPts val="0"/>
              </a:spcAft>
              <a:buSzPts val="2400"/>
              <a:buChar char="•"/>
              <a:defRPr/>
            </a:lvl2pPr>
            <a:lvl3pPr marL="1371600" lvl="2" indent="-355600" rtl="0">
              <a:spcBef>
                <a:spcPts val="500"/>
              </a:spcBef>
              <a:spcAft>
                <a:spcPts val="0"/>
              </a:spcAft>
              <a:buSzPts val="2000"/>
              <a:buChar char="•"/>
              <a:defRPr/>
            </a:lvl3pPr>
            <a:lvl4pPr marL="1828800" lvl="3" indent="-342900" rtl="0">
              <a:spcBef>
                <a:spcPts val="500"/>
              </a:spcBef>
              <a:spcAft>
                <a:spcPts val="0"/>
              </a:spcAft>
              <a:buSzPts val="1800"/>
              <a:buChar char="•"/>
              <a:defRPr/>
            </a:lvl4pPr>
            <a:lvl5pPr marL="2286000" lvl="4" indent="-342900" rtl="0">
              <a:spcBef>
                <a:spcPts val="500"/>
              </a:spcBef>
              <a:spcAft>
                <a:spcPts val="0"/>
              </a:spcAft>
              <a:buSzPts val="1800"/>
              <a:buChar char="•"/>
              <a:defRPr/>
            </a:lvl5pPr>
            <a:lvl6pPr marL="2743200" lvl="5" indent="-342900" rtl="0">
              <a:spcBef>
                <a:spcPts val="500"/>
              </a:spcBef>
              <a:spcAft>
                <a:spcPts val="0"/>
              </a:spcAft>
              <a:buSzPts val="1800"/>
              <a:buChar char="•"/>
              <a:defRPr/>
            </a:lvl6pPr>
            <a:lvl7pPr marL="3200400" lvl="6" indent="-342900" rtl="0">
              <a:spcBef>
                <a:spcPts val="500"/>
              </a:spcBef>
              <a:spcAft>
                <a:spcPts val="0"/>
              </a:spcAft>
              <a:buSzPts val="1800"/>
              <a:buChar char="•"/>
              <a:defRPr/>
            </a:lvl7pPr>
            <a:lvl8pPr marL="3657600" lvl="7" indent="-342900" rtl="0">
              <a:spcBef>
                <a:spcPts val="500"/>
              </a:spcBef>
              <a:spcAft>
                <a:spcPts val="0"/>
              </a:spcAft>
              <a:buSzPts val="1800"/>
              <a:buChar char="•"/>
              <a:defRPr/>
            </a:lvl8pPr>
            <a:lvl9pPr marL="4114800" lvl="8" indent="-342900" rtl="0">
              <a:spcBef>
                <a:spcPts val="500"/>
              </a:spcBef>
              <a:spcAft>
                <a:spcPts val="0"/>
              </a:spcAft>
              <a:buSzPts val="1800"/>
              <a:buChar char="•"/>
              <a:defRPr/>
            </a:lvl9pPr>
          </a:lstStyle>
          <a:p>
            <a:endParaRPr/>
          </a:p>
        </p:txBody>
      </p:sp>
      <p:sp>
        <p:nvSpPr>
          <p:cNvPr id="84" name="Google Shape;8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_HEADER_1">
  <p:cSld name="SECTION_HEADER_1">
    <p:spTree>
      <p:nvGrpSpPr>
        <p:cNvPr id="1" name="Shape 85"/>
        <p:cNvGrpSpPr/>
        <p:nvPr/>
      </p:nvGrpSpPr>
      <p:grpSpPr>
        <a:xfrm>
          <a:off x="0" y="0"/>
          <a:ext cx="0" cy="0"/>
          <a:chOff x="0" y="0"/>
          <a:chExt cx="0" cy="0"/>
        </a:xfrm>
      </p:grpSpPr>
      <p:sp>
        <p:nvSpPr>
          <p:cNvPr id="86" name="Google Shape;86;p1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7" name="Google Shape;8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ONIC PPT Template">
  <p:cSld name="TITLE_1">
    <p:spTree>
      <p:nvGrpSpPr>
        <p:cNvPr id="1" name="Shape 88"/>
        <p:cNvGrpSpPr/>
        <p:nvPr/>
      </p:nvGrpSpPr>
      <p:grpSpPr>
        <a:xfrm>
          <a:off x="0" y="0"/>
          <a:ext cx="0" cy="0"/>
          <a:chOff x="0" y="0"/>
          <a:chExt cx="0" cy="0"/>
        </a:xfrm>
      </p:grpSpPr>
      <p:sp>
        <p:nvSpPr>
          <p:cNvPr id="89" name="Google Shape;89;p15"/>
          <p:cNvSpPr txBox="1">
            <a:spLocks noGrp="1"/>
          </p:cNvSpPr>
          <p:nvPr>
            <p:ph type="subTitle" idx="1"/>
          </p:nvPr>
        </p:nvSpPr>
        <p:spPr>
          <a:xfrm>
            <a:off x="462500" y="2701525"/>
            <a:ext cx="8219100" cy="1241700"/>
          </a:xfrm>
          <a:prstGeom prst="rect">
            <a:avLst/>
          </a:prstGeom>
          <a:noFill/>
          <a:ln>
            <a:noFill/>
          </a:ln>
        </p:spPr>
        <p:txBody>
          <a:bodyPr spcFirstLastPara="1" wrap="square" lIns="91425" tIns="45700" rIns="91425" bIns="45700" anchor="t" anchorCtr="0">
            <a:noAutofit/>
          </a:bodyPr>
          <a:lstStyle>
            <a:lvl1pPr lvl="0" rtl="0">
              <a:lnSpc>
                <a:spcPct val="90000"/>
              </a:lnSpc>
              <a:spcBef>
                <a:spcPts val="750"/>
              </a:spcBef>
              <a:spcAft>
                <a:spcPts val="0"/>
              </a:spcAft>
              <a:buClr>
                <a:schemeClr val="dk1"/>
              </a:buClr>
              <a:buSzPts val="2400"/>
              <a:buFont typeface="Helvetica Neue"/>
              <a:buNone/>
              <a:defRPr sz="2400">
                <a:latin typeface="Helvetica Neue"/>
                <a:ea typeface="Helvetica Neue"/>
                <a:cs typeface="Helvetica Neue"/>
                <a:sym typeface="Helvetica Neue"/>
              </a:defRPr>
            </a:lvl1pPr>
            <a:lvl2pPr lvl="1"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2pPr>
            <a:lvl3pPr lvl="2"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3pPr>
            <a:lvl4pPr lvl="3"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4pPr>
            <a:lvl5pPr lvl="4"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5pPr>
            <a:lvl6pPr lvl="5"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6pPr>
            <a:lvl7pPr lvl="6"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7pPr>
            <a:lvl8pPr lvl="7"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8pPr>
            <a:lvl9pPr lvl="8"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9pPr>
          </a:lstStyle>
          <a:p>
            <a:endParaRPr/>
          </a:p>
        </p:txBody>
      </p:sp>
      <p:sp>
        <p:nvSpPr>
          <p:cNvPr id="90" name="Google Shape;90;p15"/>
          <p:cNvSpPr txBox="1">
            <a:spLocks noGrp="1"/>
          </p:cNvSpPr>
          <p:nvPr>
            <p:ph type="title"/>
          </p:nvPr>
        </p:nvSpPr>
        <p:spPr>
          <a:xfrm>
            <a:off x="462500" y="1501250"/>
            <a:ext cx="8219100" cy="1241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4E2A84"/>
              </a:buClr>
              <a:buSzPts val="4200"/>
              <a:buFont typeface="Helvetica Neue"/>
              <a:buNone/>
              <a:defRPr sz="4200" b="1">
                <a:solidFill>
                  <a:srgbClr val="4E2A84"/>
                </a:solidFill>
                <a:latin typeface="Helvetica Neue"/>
                <a:ea typeface="Helvetica Neue"/>
                <a:cs typeface="Helvetica Neue"/>
                <a:sym typeface="Helvetica Neu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1">
  <p:cSld name="OBJECT_1">
    <p:spTree>
      <p:nvGrpSpPr>
        <p:cNvPr id="1" name="Shape 91"/>
        <p:cNvGrpSpPr/>
        <p:nvPr/>
      </p:nvGrpSpPr>
      <p:grpSpPr>
        <a:xfrm>
          <a:off x="0" y="0"/>
          <a:ext cx="0" cy="0"/>
          <a:chOff x="0" y="0"/>
          <a:chExt cx="0" cy="0"/>
        </a:xfrm>
      </p:grpSpPr>
      <p:sp>
        <p:nvSpPr>
          <p:cNvPr id="92" name="Google Shape;92;p16"/>
          <p:cNvSpPr txBox="1">
            <a:spLocks noGrp="1"/>
          </p:cNvSpPr>
          <p:nvPr>
            <p:ph type="title"/>
          </p:nvPr>
        </p:nvSpPr>
        <p:spPr>
          <a:xfrm>
            <a:off x="462500" y="462500"/>
            <a:ext cx="8219100" cy="9099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1pPr>
            <a:lvl2pPr lvl="1" rtl="0">
              <a:spcBef>
                <a:spcPts val="0"/>
              </a:spcBef>
              <a:spcAft>
                <a:spcPts val="0"/>
              </a:spcAft>
              <a:buSzPts val="3600"/>
              <a:buFont typeface="Helvetica Neue"/>
              <a:buNone/>
              <a:defRPr sz="3600">
                <a:latin typeface="Helvetica Neue"/>
                <a:ea typeface="Helvetica Neue"/>
                <a:cs typeface="Helvetica Neue"/>
                <a:sym typeface="Helvetica Neue"/>
              </a:defRPr>
            </a:lvl2pPr>
            <a:lvl3pPr lvl="2" rtl="0">
              <a:spcBef>
                <a:spcPts val="0"/>
              </a:spcBef>
              <a:spcAft>
                <a:spcPts val="0"/>
              </a:spcAft>
              <a:buSzPts val="3600"/>
              <a:buFont typeface="Helvetica Neue"/>
              <a:buNone/>
              <a:defRPr sz="3600">
                <a:latin typeface="Helvetica Neue"/>
                <a:ea typeface="Helvetica Neue"/>
                <a:cs typeface="Helvetica Neue"/>
                <a:sym typeface="Helvetica Neue"/>
              </a:defRPr>
            </a:lvl3pPr>
            <a:lvl4pPr lvl="3" rtl="0">
              <a:spcBef>
                <a:spcPts val="0"/>
              </a:spcBef>
              <a:spcAft>
                <a:spcPts val="0"/>
              </a:spcAft>
              <a:buSzPts val="3600"/>
              <a:buFont typeface="Helvetica Neue"/>
              <a:buNone/>
              <a:defRPr sz="3600">
                <a:latin typeface="Helvetica Neue"/>
                <a:ea typeface="Helvetica Neue"/>
                <a:cs typeface="Helvetica Neue"/>
                <a:sym typeface="Helvetica Neue"/>
              </a:defRPr>
            </a:lvl4pPr>
            <a:lvl5pPr lvl="4" rtl="0">
              <a:spcBef>
                <a:spcPts val="0"/>
              </a:spcBef>
              <a:spcAft>
                <a:spcPts val="0"/>
              </a:spcAft>
              <a:buSzPts val="3600"/>
              <a:buFont typeface="Helvetica Neue"/>
              <a:buNone/>
              <a:defRPr sz="3600">
                <a:latin typeface="Helvetica Neue"/>
                <a:ea typeface="Helvetica Neue"/>
                <a:cs typeface="Helvetica Neue"/>
                <a:sym typeface="Helvetica Neue"/>
              </a:defRPr>
            </a:lvl5pPr>
            <a:lvl6pPr lvl="5" rtl="0">
              <a:spcBef>
                <a:spcPts val="0"/>
              </a:spcBef>
              <a:spcAft>
                <a:spcPts val="0"/>
              </a:spcAft>
              <a:buSzPts val="3600"/>
              <a:buFont typeface="Helvetica Neue"/>
              <a:buNone/>
              <a:defRPr sz="3600">
                <a:latin typeface="Helvetica Neue"/>
                <a:ea typeface="Helvetica Neue"/>
                <a:cs typeface="Helvetica Neue"/>
                <a:sym typeface="Helvetica Neue"/>
              </a:defRPr>
            </a:lvl6pPr>
            <a:lvl7pPr lvl="6" rtl="0">
              <a:spcBef>
                <a:spcPts val="0"/>
              </a:spcBef>
              <a:spcAft>
                <a:spcPts val="0"/>
              </a:spcAft>
              <a:buSzPts val="3600"/>
              <a:buFont typeface="Helvetica Neue"/>
              <a:buNone/>
              <a:defRPr sz="3600">
                <a:latin typeface="Helvetica Neue"/>
                <a:ea typeface="Helvetica Neue"/>
                <a:cs typeface="Helvetica Neue"/>
                <a:sym typeface="Helvetica Neue"/>
              </a:defRPr>
            </a:lvl7pPr>
            <a:lvl8pPr lvl="7" rtl="0">
              <a:spcBef>
                <a:spcPts val="0"/>
              </a:spcBef>
              <a:spcAft>
                <a:spcPts val="0"/>
              </a:spcAft>
              <a:buSzPts val="3600"/>
              <a:buFont typeface="Helvetica Neue"/>
              <a:buNone/>
              <a:defRPr sz="3600">
                <a:latin typeface="Helvetica Neue"/>
                <a:ea typeface="Helvetica Neue"/>
                <a:cs typeface="Helvetica Neue"/>
                <a:sym typeface="Helvetica Neue"/>
              </a:defRPr>
            </a:lvl8pPr>
            <a:lvl9pPr lvl="8" rtl="0">
              <a:spcBef>
                <a:spcPts val="0"/>
              </a:spcBef>
              <a:spcAft>
                <a:spcPts val="0"/>
              </a:spcAft>
              <a:buSzPts val="3600"/>
              <a:buFont typeface="Helvetica Neue"/>
              <a:buNone/>
              <a:defRPr sz="3600">
                <a:latin typeface="Helvetica Neue"/>
                <a:ea typeface="Helvetica Neue"/>
                <a:cs typeface="Helvetica Neue"/>
                <a:sym typeface="Helvetica Neue"/>
              </a:defRPr>
            </a:lvl9pPr>
          </a:lstStyle>
          <a:p>
            <a:endParaRPr/>
          </a:p>
        </p:txBody>
      </p:sp>
      <p:sp>
        <p:nvSpPr>
          <p:cNvPr id="93" name="Google Shape;93;p16"/>
          <p:cNvSpPr txBox="1">
            <a:spLocks noGrp="1"/>
          </p:cNvSpPr>
          <p:nvPr>
            <p:ph type="body" idx="1"/>
          </p:nvPr>
        </p:nvSpPr>
        <p:spPr>
          <a:xfrm>
            <a:off x="462500" y="1372400"/>
            <a:ext cx="8090100" cy="2684100"/>
          </a:xfrm>
          <a:prstGeom prst="rect">
            <a:avLst/>
          </a:prstGeom>
        </p:spPr>
        <p:txBody>
          <a:bodyPr spcFirstLastPara="1" wrap="square" lIns="91425" tIns="91425" rIns="91425" bIns="91425" anchor="t" anchorCtr="0">
            <a:noAutofit/>
          </a:bodyPr>
          <a:lstStyle>
            <a:lvl1pPr marL="457200" lvl="0" indent="-342900" rtl="0">
              <a:spcBef>
                <a:spcPts val="1000"/>
              </a:spcBef>
              <a:spcAft>
                <a:spcPts val="0"/>
              </a:spcAft>
              <a:buSzPts val="1800"/>
              <a:buFont typeface="Helvetica Neue"/>
              <a:buChar char="•"/>
              <a:defRPr sz="1800">
                <a:latin typeface="Helvetica Neue"/>
                <a:ea typeface="Helvetica Neue"/>
                <a:cs typeface="Helvetica Neue"/>
                <a:sym typeface="Helvetica Neue"/>
              </a:defRPr>
            </a:lvl1pPr>
            <a:lvl2pPr marL="914400" lvl="1" indent="-342900" rtl="0">
              <a:spcBef>
                <a:spcPts val="500"/>
              </a:spcBef>
              <a:spcAft>
                <a:spcPts val="0"/>
              </a:spcAft>
              <a:buSzPts val="1800"/>
              <a:buFont typeface="Helvetica Neue"/>
              <a:buChar char="•"/>
              <a:defRPr sz="1800">
                <a:latin typeface="Helvetica Neue"/>
                <a:ea typeface="Helvetica Neue"/>
                <a:cs typeface="Helvetica Neue"/>
                <a:sym typeface="Helvetica Neue"/>
              </a:defRPr>
            </a:lvl2pPr>
            <a:lvl3pPr marL="1371600" lvl="2" indent="-342900" rtl="0">
              <a:spcBef>
                <a:spcPts val="500"/>
              </a:spcBef>
              <a:spcAft>
                <a:spcPts val="0"/>
              </a:spcAft>
              <a:buSzPts val="1800"/>
              <a:buFont typeface="Helvetica Neue"/>
              <a:buChar char="•"/>
              <a:defRPr sz="1800">
                <a:latin typeface="Helvetica Neue"/>
                <a:ea typeface="Helvetica Neue"/>
                <a:cs typeface="Helvetica Neue"/>
                <a:sym typeface="Helvetica Neue"/>
              </a:defRPr>
            </a:lvl3pPr>
            <a:lvl4pPr marL="1828800" lvl="3" indent="-342900" rtl="0">
              <a:spcBef>
                <a:spcPts val="500"/>
              </a:spcBef>
              <a:spcAft>
                <a:spcPts val="0"/>
              </a:spcAft>
              <a:buSzPts val="1800"/>
              <a:buFont typeface="Helvetica Neue"/>
              <a:buChar char="•"/>
              <a:defRPr sz="1800">
                <a:latin typeface="Helvetica Neue"/>
                <a:ea typeface="Helvetica Neue"/>
                <a:cs typeface="Helvetica Neue"/>
                <a:sym typeface="Helvetica Neue"/>
              </a:defRPr>
            </a:lvl4pPr>
            <a:lvl5pPr marL="2286000" lvl="4" indent="-342900" rtl="0">
              <a:spcBef>
                <a:spcPts val="500"/>
              </a:spcBef>
              <a:spcAft>
                <a:spcPts val="0"/>
              </a:spcAft>
              <a:buSzPts val="1800"/>
              <a:buFont typeface="Helvetica Neue"/>
              <a:buChar char="•"/>
              <a:defRPr sz="1800">
                <a:latin typeface="Helvetica Neue"/>
                <a:ea typeface="Helvetica Neue"/>
                <a:cs typeface="Helvetica Neue"/>
                <a:sym typeface="Helvetica Neue"/>
              </a:defRPr>
            </a:lvl5pPr>
            <a:lvl6pPr marL="2743200" lvl="5" indent="-342900" rtl="0">
              <a:spcBef>
                <a:spcPts val="500"/>
              </a:spcBef>
              <a:spcAft>
                <a:spcPts val="0"/>
              </a:spcAft>
              <a:buSzPts val="1800"/>
              <a:buFont typeface="Helvetica Neue"/>
              <a:buChar char="•"/>
              <a:defRPr sz="1800">
                <a:latin typeface="Helvetica Neue"/>
                <a:ea typeface="Helvetica Neue"/>
                <a:cs typeface="Helvetica Neue"/>
                <a:sym typeface="Helvetica Neue"/>
              </a:defRPr>
            </a:lvl6pPr>
            <a:lvl7pPr marL="3200400" lvl="6" indent="-342900" rtl="0">
              <a:spcBef>
                <a:spcPts val="500"/>
              </a:spcBef>
              <a:spcAft>
                <a:spcPts val="0"/>
              </a:spcAft>
              <a:buSzPts val="1800"/>
              <a:buFont typeface="Helvetica Neue"/>
              <a:buChar char="•"/>
              <a:defRPr sz="1800">
                <a:latin typeface="Helvetica Neue"/>
                <a:ea typeface="Helvetica Neue"/>
                <a:cs typeface="Helvetica Neue"/>
                <a:sym typeface="Helvetica Neue"/>
              </a:defRPr>
            </a:lvl7pPr>
            <a:lvl8pPr marL="3657600" lvl="7" indent="-342900" rtl="0">
              <a:spcBef>
                <a:spcPts val="500"/>
              </a:spcBef>
              <a:spcAft>
                <a:spcPts val="0"/>
              </a:spcAft>
              <a:buSzPts val="1800"/>
              <a:buFont typeface="Helvetica Neue"/>
              <a:buChar char="•"/>
              <a:defRPr sz="1800">
                <a:latin typeface="Helvetica Neue"/>
                <a:ea typeface="Helvetica Neue"/>
                <a:cs typeface="Helvetica Neue"/>
                <a:sym typeface="Helvetica Neue"/>
              </a:defRPr>
            </a:lvl8pPr>
            <a:lvl9pPr marL="4114800" lvl="8" indent="-342900" rtl="0">
              <a:spcBef>
                <a:spcPts val="500"/>
              </a:spcBef>
              <a:spcAft>
                <a:spcPts val="0"/>
              </a:spcAft>
              <a:buSzPts val="1800"/>
              <a:buFont typeface="Helvetica Neue"/>
              <a:buChar char="•"/>
              <a:defRPr sz="1800">
                <a:latin typeface="Helvetica Neue"/>
                <a:ea typeface="Helvetica Neue"/>
                <a:cs typeface="Helvetica Neue"/>
                <a:sym typeface="Helvetica Neu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300805"/>
            <a:ext cx="9144000" cy="615600"/>
          </a:xfrm>
          <a:prstGeom prst="rect">
            <a:avLst/>
          </a:prstGeom>
          <a:noFill/>
          <a:ln>
            <a:noFill/>
          </a:ln>
        </p:spPr>
        <p:txBody>
          <a:bodyPr spcFirstLastPara="1" wrap="square" lIns="91425" tIns="91425" rIns="91425" bIns="91425" anchor="ctr" anchorCtr="0">
            <a:noAutofit/>
          </a:bodyPr>
          <a:lstStyle>
            <a:lvl1pPr marL="0" marR="0" lvl="0" indent="0" algn="ctr" rtl="0">
              <a:lnSpc>
                <a:spcPct val="90000"/>
              </a:lnSpc>
              <a:spcBef>
                <a:spcPts val="0"/>
              </a:spcBef>
              <a:spcAft>
                <a:spcPts val="0"/>
              </a:spcAft>
              <a:buClr>
                <a:srgbClr val="4E2A84"/>
              </a:buClr>
              <a:buSzPts val="3600"/>
              <a:buFont typeface="Helvetica Neue"/>
              <a:buNone/>
              <a:defRPr sz="3600" i="0" u="none" strike="noStrike" cap="none">
                <a:solidFill>
                  <a:srgbClr val="4E2A84"/>
                </a:solidFill>
                <a:latin typeface="Helvetica Neue"/>
                <a:ea typeface="Helvetica Neue"/>
                <a:cs typeface="Helvetica Neue"/>
                <a:sym typeface="Helvetica Neue"/>
              </a:defRPr>
            </a:lvl1pPr>
            <a:lvl2pPr lvl="1"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2pPr>
            <a:lvl3pPr lvl="2"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3pPr>
            <a:lvl4pPr lvl="3"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4pPr>
            <a:lvl5pPr lvl="4"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5pPr>
            <a:lvl6pPr lvl="5"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6pPr>
            <a:lvl7pPr lvl="6"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7pPr>
            <a:lvl8pPr lvl="7"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8pPr>
            <a:lvl9pPr lvl="8"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9pPr>
          </a:lstStyle>
          <a:p>
            <a:endParaRPr/>
          </a:p>
        </p:txBody>
      </p:sp>
      <p:sp>
        <p:nvSpPr>
          <p:cNvPr id="7" name="Google Shape;7;p1"/>
          <p:cNvSpPr txBox="1">
            <a:spLocks noGrp="1"/>
          </p:cNvSpPr>
          <p:nvPr>
            <p:ph type="body" idx="1"/>
          </p:nvPr>
        </p:nvSpPr>
        <p:spPr>
          <a:xfrm>
            <a:off x="0" y="764006"/>
            <a:ext cx="9144000" cy="40032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Helvetica Neue Light"/>
              <a:buChar char="•"/>
              <a:defRPr sz="2800" i="0" u="none" strike="noStrike" cap="none">
                <a:solidFill>
                  <a:schemeClr val="dk1"/>
                </a:solidFill>
                <a:latin typeface="Helvetica Neue Light"/>
                <a:ea typeface="Helvetica Neue Light"/>
                <a:cs typeface="Helvetica Neue Light"/>
                <a:sym typeface="Helvetica Neue Light"/>
              </a:defRPr>
            </a:lvl1pPr>
            <a:lvl2pPr marL="914400" marR="0" lvl="1" indent="-381000" algn="l" rtl="0">
              <a:lnSpc>
                <a:spcPct val="90000"/>
              </a:lnSpc>
              <a:spcBef>
                <a:spcPts val="500"/>
              </a:spcBef>
              <a:spcAft>
                <a:spcPts val="0"/>
              </a:spcAft>
              <a:buClr>
                <a:schemeClr val="dk1"/>
              </a:buClr>
              <a:buSzPts val="2400"/>
              <a:buFont typeface="Helvetica Neue Light"/>
              <a:buChar char="•"/>
              <a:defRPr sz="2400" i="0" u="none" strike="noStrike" cap="none">
                <a:solidFill>
                  <a:schemeClr val="dk1"/>
                </a:solidFill>
                <a:latin typeface="Helvetica Neue Light"/>
                <a:ea typeface="Helvetica Neue Light"/>
                <a:cs typeface="Helvetica Neue Light"/>
                <a:sym typeface="Helvetica Neue Light"/>
              </a:defRPr>
            </a:lvl2pPr>
            <a:lvl3pPr marL="1371600" marR="0" lvl="2" indent="-355600" algn="l" rtl="0">
              <a:lnSpc>
                <a:spcPct val="90000"/>
              </a:lnSpc>
              <a:spcBef>
                <a:spcPts val="500"/>
              </a:spcBef>
              <a:spcAft>
                <a:spcPts val="0"/>
              </a:spcAft>
              <a:buClr>
                <a:schemeClr val="dk1"/>
              </a:buClr>
              <a:buSzPts val="2000"/>
              <a:buFont typeface="Helvetica Neue Light"/>
              <a:buChar char="•"/>
              <a:defRPr sz="2000" i="0" u="none" strike="noStrike" cap="none">
                <a:solidFill>
                  <a:schemeClr val="dk1"/>
                </a:solidFill>
                <a:latin typeface="Helvetica Neue Light"/>
                <a:ea typeface="Helvetica Neue Light"/>
                <a:cs typeface="Helvetica Neue Light"/>
                <a:sym typeface="Helvetica Neue Light"/>
              </a:defRPr>
            </a:lvl3pPr>
            <a:lvl4pPr marL="1828800" marR="0" lvl="3" indent="-342900" algn="l" rtl="0">
              <a:lnSpc>
                <a:spcPct val="90000"/>
              </a:lnSpc>
              <a:spcBef>
                <a:spcPts val="500"/>
              </a:spcBef>
              <a:spcAft>
                <a:spcPts val="0"/>
              </a:spcAft>
              <a:buClr>
                <a:schemeClr val="dk1"/>
              </a:buClr>
              <a:buSzPts val="1800"/>
              <a:buFont typeface="Helvetica Neue Light"/>
              <a:buChar char="•"/>
              <a:defRPr sz="1800" i="0" u="none" strike="noStrike" cap="none">
                <a:solidFill>
                  <a:schemeClr val="dk1"/>
                </a:solidFill>
                <a:latin typeface="Helvetica Neue Light"/>
                <a:ea typeface="Helvetica Neue Light"/>
                <a:cs typeface="Helvetica Neue Light"/>
                <a:sym typeface="Helvetica Neue Light"/>
              </a:defRPr>
            </a:lvl4pPr>
            <a:lvl5pPr marL="2286000" marR="0" lvl="4" indent="-342900" algn="l" rtl="0">
              <a:lnSpc>
                <a:spcPct val="90000"/>
              </a:lnSpc>
              <a:spcBef>
                <a:spcPts val="500"/>
              </a:spcBef>
              <a:spcAft>
                <a:spcPts val="0"/>
              </a:spcAft>
              <a:buClr>
                <a:schemeClr val="dk1"/>
              </a:buClr>
              <a:buSzPts val="1800"/>
              <a:buFont typeface="Helvetica Neue Light"/>
              <a:buChar char="•"/>
              <a:defRPr sz="1800" i="0" u="none" strike="noStrike" cap="none">
                <a:solidFill>
                  <a:schemeClr val="dk1"/>
                </a:solidFill>
                <a:latin typeface="Helvetica Neue Light"/>
                <a:ea typeface="Helvetica Neue Light"/>
                <a:cs typeface="Helvetica Neue Light"/>
                <a:sym typeface="Helvetica Neue Light"/>
              </a:defRPr>
            </a:lvl5pPr>
            <a:lvl6pPr marL="2743200" marR="0" lvl="5" indent="-342900" algn="l" rtl="0">
              <a:lnSpc>
                <a:spcPct val="90000"/>
              </a:lnSpc>
              <a:spcBef>
                <a:spcPts val="500"/>
              </a:spcBef>
              <a:spcAft>
                <a:spcPts val="0"/>
              </a:spcAft>
              <a:buClr>
                <a:schemeClr val="dk1"/>
              </a:buClr>
              <a:buSzPts val="1800"/>
              <a:buFont typeface="Helvetica Neue Light"/>
              <a:buChar char="•"/>
              <a:defRPr sz="1800" i="0" u="none" strike="noStrike" cap="none">
                <a:solidFill>
                  <a:schemeClr val="dk1"/>
                </a:solidFill>
                <a:latin typeface="Helvetica Neue Light"/>
                <a:ea typeface="Helvetica Neue Light"/>
                <a:cs typeface="Helvetica Neue Light"/>
                <a:sym typeface="Helvetica Neue Light"/>
              </a:defRPr>
            </a:lvl6pPr>
            <a:lvl7pPr marL="3200400" marR="0" lvl="6" indent="-342900" algn="l" rtl="0">
              <a:lnSpc>
                <a:spcPct val="90000"/>
              </a:lnSpc>
              <a:spcBef>
                <a:spcPts val="500"/>
              </a:spcBef>
              <a:spcAft>
                <a:spcPts val="0"/>
              </a:spcAft>
              <a:buClr>
                <a:schemeClr val="dk1"/>
              </a:buClr>
              <a:buSzPts val="1800"/>
              <a:buFont typeface="Helvetica Neue Light"/>
              <a:buChar char="•"/>
              <a:defRPr sz="1800" i="0" u="none" strike="noStrike" cap="none">
                <a:solidFill>
                  <a:schemeClr val="dk1"/>
                </a:solidFill>
                <a:latin typeface="Helvetica Neue Light"/>
                <a:ea typeface="Helvetica Neue Light"/>
                <a:cs typeface="Helvetica Neue Light"/>
                <a:sym typeface="Helvetica Neue Light"/>
              </a:defRPr>
            </a:lvl7pPr>
            <a:lvl8pPr marL="3657600" marR="0" lvl="7" indent="-342900" algn="l" rtl="0">
              <a:lnSpc>
                <a:spcPct val="90000"/>
              </a:lnSpc>
              <a:spcBef>
                <a:spcPts val="500"/>
              </a:spcBef>
              <a:spcAft>
                <a:spcPts val="0"/>
              </a:spcAft>
              <a:buClr>
                <a:schemeClr val="dk1"/>
              </a:buClr>
              <a:buSzPts val="1800"/>
              <a:buFont typeface="Helvetica Neue Light"/>
              <a:buChar char="•"/>
              <a:defRPr sz="1800" i="0" u="none" strike="noStrike" cap="none">
                <a:solidFill>
                  <a:schemeClr val="dk1"/>
                </a:solidFill>
                <a:latin typeface="Helvetica Neue Light"/>
                <a:ea typeface="Helvetica Neue Light"/>
                <a:cs typeface="Helvetica Neue Light"/>
                <a:sym typeface="Helvetica Neue Light"/>
              </a:defRPr>
            </a:lvl8pPr>
            <a:lvl9pPr marL="4114800" marR="0" lvl="8" indent="-342900" algn="l" rtl="0">
              <a:lnSpc>
                <a:spcPct val="90000"/>
              </a:lnSpc>
              <a:spcBef>
                <a:spcPts val="500"/>
              </a:spcBef>
              <a:spcAft>
                <a:spcPts val="0"/>
              </a:spcAft>
              <a:buClr>
                <a:schemeClr val="dk1"/>
              </a:buClr>
              <a:buSzPts val="1800"/>
              <a:buFont typeface="Helvetica Neue Light"/>
              <a:buChar char="•"/>
              <a:defRPr sz="1800" i="0" u="none" strike="noStrike" cap="none">
                <a:solidFill>
                  <a:schemeClr val="dk1"/>
                </a:solidFill>
                <a:latin typeface="Helvetica Neue Light"/>
                <a:ea typeface="Helvetica Neue Light"/>
                <a:cs typeface="Helvetica Neue Light"/>
                <a:sym typeface="Helvetica Neue Light"/>
              </a:defRPr>
            </a:lvl9pPr>
          </a:lstStyle>
          <a:p>
            <a:endParaRPr/>
          </a:p>
        </p:txBody>
      </p:sp>
      <p:sp>
        <p:nvSpPr>
          <p:cNvPr id="8" name="Google Shape;8;p1"/>
          <p:cNvSpPr/>
          <p:nvPr/>
        </p:nvSpPr>
        <p:spPr>
          <a:xfrm>
            <a:off x="0" y="-1"/>
            <a:ext cx="9144000" cy="137100"/>
          </a:xfrm>
          <a:prstGeom prst="rect">
            <a:avLst/>
          </a:prstGeom>
          <a:gradFill>
            <a:gsLst>
              <a:gs pos="0">
                <a:srgbClr val="4E2A84"/>
              </a:gs>
              <a:gs pos="39000">
                <a:srgbClr val="6E519B"/>
              </a:gs>
              <a:gs pos="89000">
                <a:srgbClr val="E6E0EF"/>
              </a:gs>
              <a:gs pos="100000">
                <a:srgbClr val="E6E0E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 name="Google Shape;9;p1"/>
          <p:cNvSpPr/>
          <p:nvPr/>
        </p:nvSpPr>
        <p:spPr>
          <a:xfrm>
            <a:off x="0" y="5107781"/>
            <a:ext cx="9144000" cy="34200"/>
          </a:xfrm>
          <a:prstGeom prst="rect">
            <a:avLst/>
          </a:prstGeom>
          <a:gradFill>
            <a:gsLst>
              <a:gs pos="0">
                <a:srgbClr val="4E2A84"/>
              </a:gs>
              <a:gs pos="39000">
                <a:srgbClr val="6E519B"/>
              </a:gs>
              <a:gs pos="89000">
                <a:srgbClr val="E6E0EF"/>
              </a:gs>
              <a:gs pos="100000">
                <a:srgbClr val="E6E0E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0" name="Google Shape;10;p1"/>
          <p:cNvPicPr preferRelativeResize="0"/>
          <p:nvPr/>
        </p:nvPicPr>
        <p:blipFill rotWithShape="1">
          <a:blip r:embed="rId17">
            <a:alphaModFix/>
          </a:blip>
          <a:srcRect/>
          <a:stretch/>
        </p:blipFill>
        <p:spPr>
          <a:xfrm>
            <a:off x="119988" y="4706041"/>
            <a:ext cx="1130710" cy="358298"/>
          </a:xfrm>
          <a:prstGeom prst="rect">
            <a:avLst/>
          </a:prstGeom>
          <a:noFill/>
          <a:ln>
            <a:noFill/>
          </a:ln>
        </p:spPr>
      </p:pic>
      <p:pic>
        <p:nvPicPr>
          <p:cNvPr id="11" name="Google Shape;11;p1"/>
          <p:cNvPicPr preferRelativeResize="0"/>
          <p:nvPr/>
        </p:nvPicPr>
        <p:blipFill rotWithShape="1">
          <a:blip r:embed="rId18">
            <a:alphaModFix/>
          </a:blip>
          <a:srcRect/>
          <a:stretch/>
        </p:blipFill>
        <p:spPr>
          <a:xfrm>
            <a:off x="7816072" y="4629642"/>
            <a:ext cx="1259476" cy="41143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stats.ox.ac.uk/~snijders/siena/s50_data.ht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stats.ox.ac.uk/~snijders/siena/RSiena_Manual.pdf"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7"/>
          <p:cNvSpPr txBox="1">
            <a:spLocks noGrp="1"/>
          </p:cNvSpPr>
          <p:nvPr>
            <p:ph type="title"/>
          </p:nvPr>
        </p:nvSpPr>
        <p:spPr>
          <a:xfrm>
            <a:off x="623888" y="1282304"/>
            <a:ext cx="7886700" cy="2139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1" dirty="0"/>
              <a:t>Lab 4a</a:t>
            </a:r>
            <a:endParaRPr b="1" dirty="0"/>
          </a:p>
        </p:txBody>
      </p:sp>
      <p:sp>
        <p:nvSpPr>
          <p:cNvPr id="99" name="Google Shape;99;p17"/>
          <p:cNvSpPr txBox="1">
            <a:spLocks noGrp="1"/>
          </p:cNvSpPr>
          <p:nvPr>
            <p:ph type="body" idx="1"/>
          </p:nvPr>
        </p:nvSpPr>
        <p:spPr>
          <a:xfrm>
            <a:off x="623888" y="3442098"/>
            <a:ext cx="7886700" cy="11253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None/>
            </a:pPr>
            <a:r>
              <a:rPr lang="en"/>
              <a:t>Stochastic Actor Oriented Models (SAOMs)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8"/>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Reminder about Lab 4</a:t>
            </a:r>
            <a:endParaRPr dirty="0"/>
          </a:p>
        </p:txBody>
      </p:sp>
      <p:sp>
        <p:nvSpPr>
          <p:cNvPr id="105" name="Google Shape;105;p18"/>
          <p:cNvSpPr txBox="1">
            <a:spLocks noGrp="1"/>
          </p:cNvSpPr>
          <p:nvPr>
            <p:ph type="body" idx="1"/>
          </p:nvPr>
        </p:nvSpPr>
        <p:spPr>
          <a:xfrm>
            <a:off x="0" y="764006"/>
            <a:ext cx="9144000" cy="4003200"/>
          </a:xfrm>
          <a:prstGeom prst="rect">
            <a:avLst/>
          </a:prstGeom>
        </p:spPr>
        <p:txBody>
          <a:bodyPr spcFirstLastPara="1" wrap="square" lIns="91425" tIns="91425" rIns="91425" bIns="91425" anchor="t" anchorCtr="0">
            <a:noAutofit/>
          </a:bodyPr>
          <a:lstStyle/>
          <a:p>
            <a:pPr marL="457200" lvl="0" indent="-381000" algn="l" rtl="0">
              <a:lnSpc>
                <a:spcPct val="115000"/>
              </a:lnSpc>
              <a:spcBef>
                <a:spcPts val="1000"/>
              </a:spcBef>
              <a:spcAft>
                <a:spcPts val="0"/>
              </a:spcAft>
              <a:buSzPts val="2400"/>
              <a:buChar char="•"/>
            </a:pPr>
            <a:r>
              <a:rPr lang="en" sz="2400" dirty="0"/>
              <a:t>You have two options:</a:t>
            </a:r>
            <a:endParaRPr sz="2400" dirty="0"/>
          </a:p>
          <a:p>
            <a:pPr marL="914400" lvl="1" indent="-381000" algn="l" rtl="0">
              <a:lnSpc>
                <a:spcPct val="115000"/>
              </a:lnSpc>
              <a:spcBef>
                <a:spcPts val="0"/>
              </a:spcBef>
              <a:spcAft>
                <a:spcPts val="0"/>
              </a:spcAft>
              <a:buSzPts val="2400"/>
              <a:buChar char="•"/>
            </a:pPr>
            <a:r>
              <a:rPr lang="en" sz="2400" dirty="0"/>
              <a:t>4a (SAOM)</a:t>
            </a:r>
            <a:endParaRPr dirty="0"/>
          </a:p>
          <a:p>
            <a:pPr marL="914400" lvl="1" indent="-381000" algn="l" rtl="0">
              <a:lnSpc>
                <a:spcPct val="115000"/>
              </a:lnSpc>
              <a:spcBef>
                <a:spcPts val="0"/>
              </a:spcBef>
              <a:spcAft>
                <a:spcPts val="0"/>
              </a:spcAft>
              <a:buSzPts val="2400"/>
              <a:buChar char="•"/>
            </a:pPr>
            <a:r>
              <a:rPr lang="en" sz="2400" dirty="0"/>
              <a:t>4b (REM)</a:t>
            </a:r>
            <a:endParaRPr sz="2200" dirty="0"/>
          </a:p>
          <a:p>
            <a:pPr marL="0" lvl="0" indent="457200" algn="l" rtl="0">
              <a:lnSpc>
                <a:spcPct val="115000"/>
              </a:lnSpc>
              <a:spcBef>
                <a:spcPts val="1000"/>
              </a:spcBef>
              <a:spcAft>
                <a:spcPts val="0"/>
              </a:spcAft>
              <a:buNone/>
            </a:pPr>
            <a:r>
              <a:rPr lang="en" sz="2200" b="1" dirty="0">
                <a:solidFill>
                  <a:srgbClr val="4E2A84"/>
                </a:solidFill>
                <a:latin typeface="Helvetica Neue"/>
                <a:ea typeface="Helvetica Neue"/>
                <a:cs typeface="Helvetica Neue"/>
                <a:sym typeface="Helvetica Neue"/>
              </a:rPr>
              <a:t>→ You only need to choose </a:t>
            </a:r>
            <a:r>
              <a:rPr lang="en" sz="2200" b="1" u="sng" dirty="0">
                <a:solidFill>
                  <a:srgbClr val="4E2A84"/>
                </a:solidFill>
                <a:latin typeface="Helvetica Neue"/>
                <a:ea typeface="Helvetica Neue"/>
                <a:cs typeface="Helvetica Neue"/>
                <a:sym typeface="Helvetica Neue"/>
              </a:rPr>
              <a:t>one</a:t>
            </a:r>
            <a:r>
              <a:rPr lang="en" sz="2200" b="1" dirty="0">
                <a:solidFill>
                  <a:srgbClr val="4E2A84"/>
                </a:solidFill>
                <a:latin typeface="Helvetica Neue"/>
                <a:ea typeface="Helvetica Neue"/>
                <a:cs typeface="Helvetica Neue"/>
                <a:sym typeface="Helvetica Neue"/>
              </a:rPr>
              <a:t> for your report!</a:t>
            </a:r>
            <a:endParaRPr sz="2200" b="1" dirty="0">
              <a:solidFill>
                <a:srgbClr val="4E2A84"/>
              </a:solidFill>
              <a:latin typeface="Helvetica Neue"/>
              <a:ea typeface="Helvetica Neue"/>
              <a:cs typeface="Helvetica Neue"/>
              <a:sym typeface="Helvetica Neue"/>
            </a:endParaRPr>
          </a:p>
          <a:p>
            <a:pPr marL="457200" lvl="0" indent="-368300" algn="l" rtl="0">
              <a:lnSpc>
                <a:spcPct val="115000"/>
              </a:lnSpc>
              <a:spcBef>
                <a:spcPts val="1000"/>
              </a:spcBef>
              <a:spcAft>
                <a:spcPts val="0"/>
              </a:spcAft>
              <a:buSzPts val="2200"/>
              <a:buChar char="•"/>
            </a:pPr>
            <a:r>
              <a:rPr lang="en" sz="2200" dirty="0"/>
              <a:t>Both options have two parts:</a:t>
            </a:r>
            <a:endParaRPr sz="2200" dirty="0"/>
          </a:p>
          <a:p>
            <a:pPr marL="914400" lvl="1" indent="-368300" algn="l" rtl="0">
              <a:lnSpc>
                <a:spcPct val="115000"/>
              </a:lnSpc>
              <a:spcBef>
                <a:spcPts val="0"/>
              </a:spcBef>
              <a:spcAft>
                <a:spcPts val="0"/>
              </a:spcAft>
              <a:buSzPts val="2200"/>
              <a:buChar char="•"/>
            </a:pPr>
            <a:r>
              <a:rPr lang="en" sz="2200" dirty="0"/>
              <a:t>Part I: Hypothesis Construction</a:t>
            </a:r>
            <a:endParaRPr sz="2200" dirty="0"/>
          </a:p>
          <a:p>
            <a:pPr marL="914400" lvl="1" indent="-368300" algn="l" rtl="0">
              <a:lnSpc>
                <a:spcPct val="115000"/>
              </a:lnSpc>
              <a:spcBef>
                <a:spcPts val="0"/>
              </a:spcBef>
              <a:spcAft>
                <a:spcPts val="0"/>
              </a:spcAft>
              <a:buSzPts val="2200"/>
              <a:buChar char="•"/>
            </a:pPr>
            <a:r>
              <a:rPr lang="en" sz="2200" dirty="0"/>
              <a:t>Part II: Hypothesis Testing</a:t>
            </a:r>
            <a:endParaRPr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SAOM → RSiena</a:t>
            </a:r>
            <a:endParaRPr/>
          </a:p>
        </p:txBody>
      </p:sp>
      <p:sp>
        <p:nvSpPr>
          <p:cNvPr id="111" name="Google Shape;111;p19"/>
          <p:cNvSpPr txBox="1">
            <a:spLocks noGrp="1"/>
          </p:cNvSpPr>
          <p:nvPr>
            <p:ph type="body" idx="1"/>
          </p:nvPr>
        </p:nvSpPr>
        <p:spPr>
          <a:xfrm>
            <a:off x="0" y="916400"/>
            <a:ext cx="9144000" cy="3624900"/>
          </a:xfrm>
          <a:prstGeom prst="rect">
            <a:avLst/>
          </a:prstGeom>
          <a:solidFill>
            <a:schemeClr val="lt1"/>
          </a:solidFill>
        </p:spPr>
        <p:txBody>
          <a:bodyPr spcFirstLastPara="1" wrap="square" lIns="91425" tIns="91425" rIns="91425" bIns="91425" anchor="t" anchorCtr="0">
            <a:noAutofit/>
          </a:bodyPr>
          <a:lstStyle/>
          <a:p>
            <a:pPr marL="457200" lvl="0" indent="-368300" algn="l" rtl="0">
              <a:lnSpc>
                <a:spcPct val="115000"/>
              </a:lnSpc>
              <a:spcBef>
                <a:spcPts val="1000"/>
              </a:spcBef>
              <a:spcAft>
                <a:spcPts val="0"/>
              </a:spcAft>
              <a:buSzPts val="2200"/>
              <a:buChar char="•"/>
            </a:pPr>
            <a:r>
              <a:rPr lang="en" sz="2200"/>
              <a:t>The name </a:t>
            </a:r>
            <a:r>
              <a:rPr lang="en" sz="2200" b="1">
                <a:latin typeface="Helvetica Neue"/>
                <a:ea typeface="Helvetica Neue"/>
                <a:cs typeface="Helvetica Neue"/>
                <a:sym typeface="Helvetica Neue"/>
              </a:rPr>
              <a:t>SIENA</a:t>
            </a:r>
            <a:r>
              <a:rPr lang="en" sz="2200"/>
              <a:t> stands for </a:t>
            </a:r>
            <a:r>
              <a:rPr lang="en" sz="2200" b="1">
                <a:latin typeface="Helvetica Neue"/>
                <a:ea typeface="Helvetica Neue"/>
                <a:cs typeface="Helvetica Neue"/>
                <a:sym typeface="Helvetica Neue"/>
              </a:rPr>
              <a:t>S</a:t>
            </a:r>
            <a:r>
              <a:rPr lang="en" sz="2200"/>
              <a:t>imulation </a:t>
            </a:r>
            <a:r>
              <a:rPr lang="en" sz="2200" b="1">
                <a:latin typeface="Helvetica Neue"/>
                <a:ea typeface="Helvetica Neue"/>
                <a:cs typeface="Helvetica Neue"/>
                <a:sym typeface="Helvetica Neue"/>
              </a:rPr>
              <a:t>I</a:t>
            </a:r>
            <a:r>
              <a:rPr lang="en" sz="2200"/>
              <a:t>nvestigation for </a:t>
            </a:r>
            <a:r>
              <a:rPr lang="en" sz="2200" b="1">
                <a:latin typeface="Helvetica Neue"/>
                <a:ea typeface="Helvetica Neue"/>
                <a:cs typeface="Helvetica Neue"/>
                <a:sym typeface="Helvetica Neue"/>
              </a:rPr>
              <a:t>E</a:t>
            </a:r>
            <a:r>
              <a:rPr lang="en" sz="2200"/>
              <a:t>mpirical </a:t>
            </a:r>
            <a:r>
              <a:rPr lang="en" sz="2200" b="1">
                <a:latin typeface="Helvetica Neue"/>
                <a:ea typeface="Helvetica Neue"/>
                <a:cs typeface="Helvetica Neue"/>
                <a:sym typeface="Helvetica Neue"/>
              </a:rPr>
              <a:t>N</a:t>
            </a:r>
            <a:r>
              <a:rPr lang="en" sz="2200"/>
              <a:t>etwork </a:t>
            </a:r>
            <a:r>
              <a:rPr lang="en" sz="2200" b="1">
                <a:latin typeface="Helvetica Neue"/>
                <a:ea typeface="Helvetica Neue"/>
                <a:cs typeface="Helvetica Neue"/>
                <a:sym typeface="Helvetica Neue"/>
              </a:rPr>
              <a:t>A</a:t>
            </a:r>
            <a:r>
              <a:rPr lang="en" sz="2200"/>
              <a:t>nalysis</a:t>
            </a:r>
            <a:endParaRPr sz="2200"/>
          </a:p>
          <a:p>
            <a:pPr marL="457200" lvl="0" indent="-368300" algn="l" rtl="0">
              <a:lnSpc>
                <a:spcPct val="115000"/>
              </a:lnSpc>
              <a:spcBef>
                <a:spcPts val="0"/>
              </a:spcBef>
              <a:spcAft>
                <a:spcPts val="0"/>
              </a:spcAft>
              <a:buSzPts val="2200"/>
              <a:buChar char="•"/>
            </a:pPr>
            <a:r>
              <a:rPr lang="en" sz="2200"/>
              <a:t>The method is implemented in the R package “RSiena”</a:t>
            </a:r>
            <a:endParaRPr sz="2200"/>
          </a:p>
          <a:p>
            <a:pPr marL="457200" lvl="0" indent="-368300" algn="l" rtl="0">
              <a:lnSpc>
                <a:spcPct val="115000"/>
              </a:lnSpc>
              <a:spcBef>
                <a:spcPts val="0"/>
              </a:spcBef>
              <a:spcAft>
                <a:spcPts val="0"/>
              </a:spcAft>
              <a:buSzPts val="2200"/>
              <a:buChar char="•"/>
            </a:pPr>
            <a:r>
              <a:rPr lang="en" sz="2200"/>
              <a:t>SIENA is designed for analyzing longitudinal data of networks and behavior as dependent variables:</a:t>
            </a:r>
            <a:endParaRPr sz="2200"/>
          </a:p>
          <a:p>
            <a:pPr marL="914400" lvl="1" indent="-368300" algn="l" rtl="0">
              <a:lnSpc>
                <a:spcPct val="115000"/>
              </a:lnSpc>
              <a:spcBef>
                <a:spcPts val="0"/>
              </a:spcBef>
              <a:spcAft>
                <a:spcPts val="0"/>
              </a:spcAft>
              <a:buSzPts val="2200"/>
              <a:buChar char="•"/>
            </a:pPr>
            <a:r>
              <a:rPr lang="en" sz="2200"/>
              <a:t>The network will influence the dynamics of the behavior, and the behavior will influence the dynamics of the network, i.e., this is about the co-evolution of networks and behavior</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Dataset</a:t>
            </a:r>
            <a:endParaRPr/>
          </a:p>
        </p:txBody>
      </p:sp>
      <p:sp>
        <p:nvSpPr>
          <p:cNvPr id="117" name="Google Shape;117;p20"/>
          <p:cNvSpPr txBox="1">
            <a:spLocks noGrp="1"/>
          </p:cNvSpPr>
          <p:nvPr>
            <p:ph type="body" idx="1"/>
          </p:nvPr>
        </p:nvSpPr>
        <p:spPr>
          <a:xfrm>
            <a:off x="0" y="764006"/>
            <a:ext cx="9144000" cy="4003200"/>
          </a:xfrm>
          <a:prstGeom prst="rect">
            <a:avLst/>
          </a:prstGeom>
        </p:spPr>
        <p:txBody>
          <a:bodyPr spcFirstLastPara="1" wrap="square" lIns="91425" tIns="91425" rIns="91425" bIns="91425" anchor="t" anchorCtr="0">
            <a:noAutofit/>
          </a:bodyPr>
          <a:lstStyle/>
          <a:p>
            <a:pPr marL="457200" lvl="0" indent="-381000" algn="l" rtl="0">
              <a:lnSpc>
                <a:spcPct val="115000"/>
              </a:lnSpc>
              <a:spcBef>
                <a:spcPts val="1000"/>
              </a:spcBef>
              <a:spcAft>
                <a:spcPts val="0"/>
              </a:spcAft>
              <a:buSzPts val="2400"/>
              <a:buChar char="•"/>
            </a:pPr>
            <a:r>
              <a:rPr lang="en" sz="2200" u="sng">
                <a:solidFill>
                  <a:schemeClr val="hlink"/>
                </a:solidFill>
                <a:hlinkClick r:id="rId3"/>
              </a:rPr>
              <a:t>Teenage Friends and Lifestyle Study</a:t>
            </a:r>
            <a:r>
              <a:rPr lang="en" sz="2200"/>
              <a:t> </a:t>
            </a:r>
            <a:r>
              <a:rPr lang="en" sz="1200"/>
              <a:t>(West and Sweeting 1995, Michell and Amos 1997, Pearson and Michell 2000, Pearson and West 2003)</a:t>
            </a:r>
            <a:endParaRPr sz="1200"/>
          </a:p>
          <a:p>
            <a:pPr marL="457200" lvl="0" indent="-381000" algn="l" rtl="0">
              <a:lnSpc>
                <a:spcPct val="115000"/>
              </a:lnSpc>
              <a:spcBef>
                <a:spcPts val="0"/>
              </a:spcBef>
              <a:spcAft>
                <a:spcPts val="0"/>
              </a:spcAft>
              <a:buSzPts val="2400"/>
              <a:buChar char="•"/>
            </a:pPr>
            <a:r>
              <a:rPr lang="en" sz="2200"/>
              <a:t>Cohort of teenagers in Scotland, 1995-1997</a:t>
            </a:r>
            <a:endParaRPr sz="2200"/>
          </a:p>
          <a:p>
            <a:pPr marL="457200" lvl="0" indent="-381000" algn="l" rtl="0">
              <a:lnSpc>
                <a:spcPct val="115000"/>
              </a:lnSpc>
              <a:spcBef>
                <a:spcPts val="0"/>
              </a:spcBef>
              <a:spcAft>
                <a:spcPts val="0"/>
              </a:spcAft>
              <a:buSzPts val="2400"/>
              <a:buChar char="•"/>
            </a:pPr>
            <a:r>
              <a:rPr lang="en" sz="2200"/>
              <a:t>Network and behavioral data (friendship ties, substance use, athletics)</a:t>
            </a:r>
            <a:endParaRPr sz="2200"/>
          </a:p>
          <a:p>
            <a:pPr marL="457200" lvl="0" indent="-381000" algn="l" rtl="0">
              <a:lnSpc>
                <a:spcPct val="115000"/>
              </a:lnSpc>
              <a:spcBef>
                <a:spcPts val="0"/>
              </a:spcBef>
              <a:spcAft>
                <a:spcPts val="0"/>
              </a:spcAft>
              <a:buSzPts val="2400"/>
              <a:buChar char="•"/>
            </a:pPr>
            <a:r>
              <a:rPr lang="en" sz="2200"/>
              <a:t>What factors predict the evolution of the network over time?</a:t>
            </a:r>
            <a:endParaRPr sz="2200"/>
          </a:p>
          <a:p>
            <a:pPr marL="914400" lvl="1" indent="-381000" algn="l" rtl="0">
              <a:lnSpc>
                <a:spcPct val="115000"/>
              </a:lnSpc>
              <a:spcBef>
                <a:spcPts val="0"/>
              </a:spcBef>
              <a:spcAft>
                <a:spcPts val="0"/>
              </a:spcAft>
              <a:buSzPts val="2400"/>
              <a:buChar char="•"/>
            </a:pPr>
            <a:r>
              <a:rPr lang="en" sz="2200"/>
              <a:t>Different substances?</a:t>
            </a:r>
            <a:endParaRPr sz="2200"/>
          </a:p>
          <a:p>
            <a:pPr marL="914400" lvl="1" indent="-381000" algn="l" rtl="0">
              <a:lnSpc>
                <a:spcPct val="115000"/>
              </a:lnSpc>
              <a:spcBef>
                <a:spcPts val="0"/>
              </a:spcBef>
              <a:spcAft>
                <a:spcPts val="0"/>
              </a:spcAft>
              <a:buSzPts val="2400"/>
              <a:buChar char="•"/>
            </a:pPr>
            <a:r>
              <a:rPr lang="en" sz="2200"/>
              <a:t>Homophily?</a:t>
            </a:r>
            <a:endParaRPr sz="2200"/>
          </a:p>
          <a:p>
            <a:pPr marL="914400" lvl="1" indent="-381000" algn="l" rtl="0">
              <a:lnSpc>
                <a:spcPct val="115000"/>
              </a:lnSpc>
              <a:spcBef>
                <a:spcPts val="0"/>
              </a:spcBef>
              <a:spcAft>
                <a:spcPts val="0"/>
              </a:spcAft>
              <a:buSzPts val="2400"/>
              <a:buChar char="•"/>
            </a:pPr>
            <a:r>
              <a:rPr lang="en" sz="2200"/>
              <a:t>Assimilation?</a:t>
            </a:r>
            <a:endParaRPr sz="2200"/>
          </a:p>
        </p:txBody>
      </p:sp>
      <p:pic>
        <p:nvPicPr>
          <p:cNvPr id="118" name="Google Shape;118;p20"/>
          <p:cNvPicPr preferRelativeResize="0">
            <a:picLocks noGrp="1"/>
          </p:cNvPicPr>
          <p:nvPr>
            <p:ph type="body" idx="4294967295"/>
          </p:nvPr>
        </p:nvPicPr>
        <p:blipFill rotWithShape="1">
          <a:blip r:embed="rId4">
            <a:alphaModFix/>
          </a:blip>
          <a:srcRect l="16484" r="16477"/>
          <a:stretch/>
        </p:blipFill>
        <p:spPr>
          <a:xfrm>
            <a:off x="4281975" y="2955625"/>
            <a:ext cx="3091500" cy="1948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0" y="226395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Part I - Hypothesis Construction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2"/>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Constructing Hypotheses</a:t>
            </a:r>
            <a:endParaRPr/>
          </a:p>
        </p:txBody>
      </p:sp>
      <p:sp>
        <p:nvSpPr>
          <p:cNvPr id="129" name="Google Shape;129;p22"/>
          <p:cNvSpPr txBox="1">
            <a:spLocks noGrp="1"/>
          </p:cNvSpPr>
          <p:nvPr>
            <p:ph type="body" idx="1"/>
          </p:nvPr>
        </p:nvSpPr>
        <p:spPr>
          <a:xfrm>
            <a:off x="0" y="846831"/>
            <a:ext cx="9144000" cy="4003200"/>
          </a:xfrm>
          <a:prstGeom prst="rect">
            <a:avLst/>
          </a:prstGeom>
        </p:spPr>
        <p:txBody>
          <a:bodyPr spcFirstLastPara="1" wrap="square" lIns="91425" tIns="91425" rIns="91425" bIns="91425" anchor="t" anchorCtr="0">
            <a:noAutofit/>
          </a:bodyPr>
          <a:lstStyle/>
          <a:p>
            <a:pPr marL="457200" lvl="0" indent="-381000" algn="l" rtl="0">
              <a:lnSpc>
                <a:spcPct val="115000"/>
              </a:lnSpc>
              <a:spcBef>
                <a:spcPts val="1000"/>
              </a:spcBef>
              <a:spcAft>
                <a:spcPts val="0"/>
              </a:spcAft>
              <a:buSzPts val="2400"/>
              <a:buChar char="•"/>
            </a:pPr>
            <a:r>
              <a:rPr lang="en" sz="2400"/>
              <a:t>Two key things in your hypothesis statement</a:t>
            </a:r>
            <a:endParaRPr sz="2400"/>
          </a:p>
          <a:p>
            <a:pPr marL="914400" lvl="1" indent="-368300" algn="l" rtl="0">
              <a:lnSpc>
                <a:spcPct val="115000"/>
              </a:lnSpc>
              <a:spcBef>
                <a:spcPts val="0"/>
              </a:spcBef>
              <a:spcAft>
                <a:spcPts val="0"/>
              </a:spcAft>
              <a:buSzPts val="2200"/>
              <a:buChar char="•"/>
            </a:pPr>
            <a:r>
              <a:rPr lang="en" sz="2200"/>
              <a:t>Indicate a specific relation (i.e., higher or lower)</a:t>
            </a:r>
            <a:endParaRPr sz="2200"/>
          </a:p>
          <a:p>
            <a:pPr marL="914400" lvl="1" indent="-368300" algn="l" rtl="0">
              <a:lnSpc>
                <a:spcPct val="115000"/>
              </a:lnSpc>
              <a:spcBef>
                <a:spcPts val="0"/>
              </a:spcBef>
              <a:spcAft>
                <a:spcPts val="0"/>
              </a:spcAft>
              <a:buSzPts val="2200"/>
              <a:buChar char="•"/>
            </a:pPr>
            <a:r>
              <a:rPr lang="en" sz="2200"/>
              <a:t>For SAOM (longitudinal analysis), indicate “over time”</a:t>
            </a:r>
            <a:endParaRPr sz="2200"/>
          </a:p>
          <a:p>
            <a:pPr marL="0" lvl="0" indent="0" algn="l" rtl="0">
              <a:lnSpc>
                <a:spcPct val="115000"/>
              </a:lnSpc>
              <a:spcBef>
                <a:spcPts val="1000"/>
              </a:spcBef>
              <a:spcAft>
                <a:spcPts val="0"/>
              </a:spcAft>
              <a:buNone/>
            </a:pPr>
            <a:endParaRPr sz="2200"/>
          </a:p>
          <a:p>
            <a:pPr marL="457200" lvl="0" indent="-381000" algn="l" rtl="0">
              <a:lnSpc>
                <a:spcPct val="115000"/>
              </a:lnSpc>
              <a:spcBef>
                <a:spcPts val="0"/>
              </a:spcBef>
              <a:spcAft>
                <a:spcPts val="0"/>
              </a:spcAft>
              <a:buSzPts val="2400"/>
              <a:buChar char="•"/>
            </a:pPr>
            <a:r>
              <a:rPr lang="en" sz="2400"/>
              <a:t>Example: We want to test </a:t>
            </a:r>
            <a:r>
              <a:rPr lang="en" sz="2400" u="sng">
                <a:solidFill>
                  <a:schemeClr val="hlink"/>
                </a:solidFill>
                <a:hlinkClick r:id="rId3"/>
              </a:rPr>
              <a:t>outdegree</a:t>
            </a:r>
            <a:endParaRPr sz="2400"/>
          </a:p>
          <a:p>
            <a:pPr marL="914400" lvl="1" indent="-381000" algn="l" rtl="0">
              <a:lnSpc>
                <a:spcPct val="115000"/>
              </a:lnSpc>
              <a:spcBef>
                <a:spcPts val="0"/>
              </a:spcBef>
              <a:spcAft>
                <a:spcPts val="0"/>
              </a:spcAft>
              <a:buSzPts val="2400"/>
              <a:buChar char="•"/>
            </a:pPr>
            <a:r>
              <a:rPr lang="en" i="1"/>
              <a:t>Hypothesis 1: </a:t>
            </a:r>
            <a:r>
              <a:rPr lang="en" sz="2400" i="1"/>
              <a:t>The probability of having a friendship relation between students will be </a:t>
            </a:r>
            <a:r>
              <a:rPr lang="en" sz="2400" b="1" i="1" u="sng">
                <a:latin typeface="Helvetica Neue"/>
                <a:ea typeface="Helvetica Neue"/>
                <a:cs typeface="Helvetica Neue"/>
                <a:sym typeface="Helvetica Neue"/>
              </a:rPr>
              <a:t>lower</a:t>
            </a:r>
            <a:r>
              <a:rPr lang="en" sz="2400" i="1"/>
              <a:t> </a:t>
            </a:r>
            <a:r>
              <a:rPr lang="en" sz="2400" b="1" i="1" u="sng">
                <a:latin typeface="Helvetica Neue"/>
                <a:ea typeface="Helvetica Neue"/>
                <a:cs typeface="Helvetica Neue"/>
                <a:sym typeface="Helvetica Neue"/>
              </a:rPr>
              <a:t>over time</a:t>
            </a:r>
            <a:r>
              <a:rPr lang="en" sz="2400" i="1"/>
              <a:t> than expected by random chance.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3"/>
          <p:cNvSpPr txBox="1">
            <a:spLocks noGrp="1"/>
          </p:cNvSpPr>
          <p:nvPr>
            <p:ph type="title"/>
          </p:nvPr>
        </p:nvSpPr>
        <p:spPr>
          <a:xfrm>
            <a:off x="0" y="226395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Part II - Hypothesis Testing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4"/>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Interpreting Visualizations</a:t>
            </a:r>
            <a:endParaRPr/>
          </a:p>
        </p:txBody>
      </p:sp>
      <p:pic>
        <p:nvPicPr>
          <p:cNvPr id="140" name="Google Shape;140;p24"/>
          <p:cNvPicPr preferRelativeResize="0"/>
          <p:nvPr/>
        </p:nvPicPr>
        <p:blipFill rotWithShape="1">
          <a:blip r:embed="rId3">
            <a:alphaModFix/>
          </a:blip>
          <a:srcRect l="22446" t="21771" r="12568"/>
          <a:stretch/>
        </p:blipFill>
        <p:spPr>
          <a:xfrm>
            <a:off x="272650" y="1400525"/>
            <a:ext cx="2475800" cy="2980450"/>
          </a:xfrm>
          <a:prstGeom prst="rect">
            <a:avLst/>
          </a:prstGeom>
          <a:noFill/>
          <a:ln>
            <a:noFill/>
          </a:ln>
        </p:spPr>
      </p:pic>
      <p:pic>
        <p:nvPicPr>
          <p:cNvPr id="141" name="Google Shape;141;p24"/>
          <p:cNvPicPr preferRelativeResize="0"/>
          <p:nvPr/>
        </p:nvPicPr>
        <p:blipFill rotWithShape="1">
          <a:blip r:embed="rId4">
            <a:alphaModFix/>
          </a:blip>
          <a:srcRect l="22444" t="21771" r="12573"/>
          <a:stretch/>
        </p:blipFill>
        <p:spPr>
          <a:xfrm>
            <a:off x="3334100" y="1400525"/>
            <a:ext cx="2475800" cy="2980450"/>
          </a:xfrm>
          <a:prstGeom prst="rect">
            <a:avLst/>
          </a:prstGeom>
          <a:noFill/>
          <a:ln>
            <a:noFill/>
          </a:ln>
        </p:spPr>
      </p:pic>
      <p:pic>
        <p:nvPicPr>
          <p:cNvPr id="142" name="Google Shape;142;p24"/>
          <p:cNvPicPr preferRelativeResize="0"/>
          <p:nvPr/>
        </p:nvPicPr>
        <p:blipFill rotWithShape="1">
          <a:blip r:embed="rId5">
            <a:alphaModFix/>
          </a:blip>
          <a:srcRect l="22444" t="21771" r="12573"/>
          <a:stretch/>
        </p:blipFill>
        <p:spPr>
          <a:xfrm>
            <a:off x="6460250" y="1400525"/>
            <a:ext cx="2475800" cy="2980450"/>
          </a:xfrm>
          <a:prstGeom prst="rect">
            <a:avLst/>
          </a:prstGeom>
          <a:noFill/>
          <a:ln>
            <a:noFill/>
          </a:ln>
        </p:spPr>
      </p:pic>
      <p:sp>
        <p:nvSpPr>
          <p:cNvPr id="143" name="Google Shape;143;p24"/>
          <p:cNvSpPr txBox="1"/>
          <p:nvPr/>
        </p:nvSpPr>
        <p:spPr>
          <a:xfrm>
            <a:off x="272600" y="1152725"/>
            <a:ext cx="2475900" cy="24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Helvetica Neue Light"/>
                <a:ea typeface="Helvetica Neue Light"/>
                <a:cs typeface="Helvetica Neue Light"/>
                <a:sym typeface="Helvetica Neue Light"/>
              </a:rPr>
              <a:t>V1 ------------------------&gt; V50</a:t>
            </a:r>
            <a:endParaRPr>
              <a:latin typeface="Helvetica Neue Light"/>
              <a:ea typeface="Helvetica Neue Light"/>
              <a:cs typeface="Helvetica Neue Light"/>
              <a:sym typeface="Helvetica Neue Light"/>
            </a:endParaRPr>
          </a:p>
        </p:txBody>
      </p:sp>
      <p:sp>
        <p:nvSpPr>
          <p:cNvPr id="144" name="Google Shape;144;p24"/>
          <p:cNvSpPr txBox="1"/>
          <p:nvPr/>
        </p:nvSpPr>
        <p:spPr>
          <a:xfrm rot="-5400000">
            <a:off x="-882450" y="2216125"/>
            <a:ext cx="2012700" cy="24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Helvetica Neue Light"/>
                <a:ea typeface="Helvetica Neue Light"/>
                <a:cs typeface="Helvetica Neue Light"/>
                <a:sym typeface="Helvetica Neue Light"/>
              </a:rPr>
              <a:t>V50 &lt; ---------------- V1</a:t>
            </a:r>
            <a:endParaRPr>
              <a:latin typeface="Helvetica Neue Light"/>
              <a:ea typeface="Helvetica Neue Light"/>
              <a:cs typeface="Helvetica Neue Light"/>
              <a:sym typeface="Helvetica Neue Light"/>
            </a:endParaRPr>
          </a:p>
        </p:txBody>
      </p:sp>
      <p:sp>
        <p:nvSpPr>
          <p:cNvPr id="145" name="Google Shape;145;p24"/>
          <p:cNvSpPr txBox="1"/>
          <p:nvPr/>
        </p:nvSpPr>
        <p:spPr>
          <a:xfrm rot="-5400000">
            <a:off x="2241750" y="2216125"/>
            <a:ext cx="2012700" cy="24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Helvetica Neue Light"/>
                <a:ea typeface="Helvetica Neue Light"/>
                <a:cs typeface="Helvetica Neue Light"/>
                <a:sym typeface="Helvetica Neue Light"/>
              </a:rPr>
              <a:t>From</a:t>
            </a:r>
            <a:endParaRPr>
              <a:latin typeface="Helvetica Neue Light"/>
              <a:ea typeface="Helvetica Neue Light"/>
              <a:cs typeface="Helvetica Neue Light"/>
              <a:sym typeface="Helvetica Neue Light"/>
            </a:endParaRPr>
          </a:p>
        </p:txBody>
      </p:sp>
      <p:sp>
        <p:nvSpPr>
          <p:cNvPr id="146" name="Google Shape;146;p24"/>
          <p:cNvSpPr txBox="1"/>
          <p:nvPr/>
        </p:nvSpPr>
        <p:spPr>
          <a:xfrm>
            <a:off x="3334050" y="1152725"/>
            <a:ext cx="2475900" cy="24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Helvetica Neue Light"/>
                <a:ea typeface="Helvetica Neue Light"/>
                <a:cs typeface="Helvetica Neue Light"/>
                <a:sym typeface="Helvetica Neue Light"/>
              </a:rPr>
              <a:t>To</a:t>
            </a:r>
            <a:endParaRPr>
              <a:latin typeface="Helvetica Neue Light"/>
              <a:ea typeface="Helvetica Neue Light"/>
              <a:cs typeface="Helvetica Neue Light"/>
              <a:sym typeface="Helvetica Neue Light"/>
            </a:endParaRPr>
          </a:p>
        </p:txBody>
      </p:sp>
      <p:sp>
        <p:nvSpPr>
          <p:cNvPr id="147" name="Google Shape;147;p24"/>
          <p:cNvSpPr/>
          <p:nvPr/>
        </p:nvSpPr>
        <p:spPr>
          <a:xfrm>
            <a:off x="6521075" y="1400525"/>
            <a:ext cx="198300" cy="198300"/>
          </a:xfrm>
          <a:prstGeom prst="ellipse">
            <a:avLst/>
          </a:prstGeom>
          <a:noFill/>
          <a:ln w="38100" cap="flat" cmpd="sng">
            <a:solidFill>
              <a:srgbClr val="4E2A8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4"/>
          <p:cNvSpPr/>
          <p:nvPr/>
        </p:nvSpPr>
        <p:spPr>
          <a:xfrm>
            <a:off x="5602075" y="4449425"/>
            <a:ext cx="322200" cy="322200"/>
          </a:xfrm>
          <a:prstGeom prst="ellipse">
            <a:avLst/>
          </a:prstGeom>
          <a:solidFill>
            <a:srgbClr val="4E2A8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3</a:t>
            </a:r>
            <a:endParaRPr b="1">
              <a:solidFill>
                <a:srgbClr val="FFFFFF"/>
              </a:solidFill>
            </a:endParaRPr>
          </a:p>
        </p:txBody>
      </p:sp>
      <p:sp>
        <p:nvSpPr>
          <p:cNvPr id="149" name="Google Shape;149;p24"/>
          <p:cNvSpPr/>
          <p:nvPr/>
        </p:nvSpPr>
        <p:spPr>
          <a:xfrm>
            <a:off x="6821275" y="4449425"/>
            <a:ext cx="322200" cy="322200"/>
          </a:xfrm>
          <a:prstGeom prst="ellipse">
            <a:avLst/>
          </a:prstGeom>
          <a:solidFill>
            <a:srgbClr val="4E2A8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4</a:t>
            </a:r>
            <a:endParaRPr b="1">
              <a:solidFill>
                <a:srgbClr val="FFFFFF"/>
              </a:solidFill>
            </a:endParaRPr>
          </a:p>
        </p:txBody>
      </p:sp>
      <p:cxnSp>
        <p:nvCxnSpPr>
          <p:cNvPr id="150" name="Google Shape;150;p24"/>
          <p:cNvCxnSpPr>
            <a:stCxn id="148" idx="6"/>
            <a:endCxn id="149" idx="2"/>
          </p:cNvCxnSpPr>
          <p:nvPr/>
        </p:nvCxnSpPr>
        <p:spPr>
          <a:xfrm>
            <a:off x="5924275" y="4610525"/>
            <a:ext cx="897000" cy="0"/>
          </a:xfrm>
          <a:prstGeom prst="straightConnector1">
            <a:avLst/>
          </a:prstGeom>
          <a:noFill/>
          <a:ln w="28575" cap="flat" cmpd="sng">
            <a:solidFill>
              <a:srgbClr val="000000"/>
            </a:solidFill>
            <a:prstDash val="solid"/>
            <a:round/>
            <a:headEnd type="none" w="med" len="med"/>
            <a:tailEnd type="triangle" w="med" len="med"/>
          </a:ln>
        </p:spPr>
      </p:cxnSp>
      <p:cxnSp>
        <p:nvCxnSpPr>
          <p:cNvPr id="151" name="Google Shape;151;p24"/>
          <p:cNvCxnSpPr>
            <a:stCxn id="147" idx="1"/>
            <a:endCxn id="152" idx="0"/>
          </p:cNvCxnSpPr>
          <p:nvPr/>
        </p:nvCxnSpPr>
        <p:spPr>
          <a:xfrm rot="5400000">
            <a:off x="5021615" y="2784665"/>
            <a:ext cx="2883600" cy="173400"/>
          </a:xfrm>
          <a:prstGeom prst="curvedConnector5">
            <a:avLst>
              <a:gd name="adj1" fmla="val -9265"/>
              <a:gd name="adj2" fmla="val 154075"/>
              <a:gd name="adj3" fmla="val 52934"/>
            </a:avLst>
          </a:prstGeom>
          <a:noFill/>
          <a:ln w="28575" cap="flat" cmpd="sng">
            <a:solidFill>
              <a:srgbClr val="4E2A84"/>
            </a:solidFill>
            <a:prstDash val="solid"/>
            <a:round/>
            <a:headEnd type="none" w="med" len="med"/>
            <a:tailEnd type="none" w="med" len="med"/>
          </a:ln>
        </p:spPr>
      </p:cxnSp>
      <p:sp>
        <p:nvSpPr>
          <p:cNvPr id="152" name="Google Shape;152;p24"/>
          <p:cNvSpPr/>
          <p:nvPr/>
        </p:nvSpPr>
        <p:spPr>
          <a:xfrm>
            <a:off x="5453350" y="4313100"/>
            <a:ext cx="1846800" cy="615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s50_3_init.out/.txt</a:t>
            </a:r>
            <a:endParaRPr/>
          </a:p>
        </p:txBody>
      </p:sp>
      <p:pic>
        <p:nvPicPr>
          <p:cNvPr id="158" name="Google Shape;158;p25"/>
          <p:cNvPicPr preferRelativeResize="0"/>
          <p:nvPr/>
        </p:nvPicPr>
        <p:blipFill>
          <a:blip r:embed="rId3">
            <a:alphaModFix/>
          </a:blip>
          <a:stretch>
            <a:fillRect/>
          </a:stretch>
        </p:blipFill>
        <p:spPr>
          <a:xfrm>
            <a:off x="1885950" y="1056905"/>
            <a:ext cx="5372100" cy="3667125"/>
          </a:xfrm>
          <a:prstGeom prst="rect">
            <a:avLst/>
          </a:prstGeom>
          <a:noFill/>
          <a:ln>
            <a:noFill/>
          </a:ln>
        </p:spPr>
      </p:pic>
      <p:sp>
        <p:nvSpPr>
          <p:cNvPr id="159" name="Google Shape;159;p25"/>
          <p:cNvSpPr txBox="1"/>
          <p:nvPr/>
        </p:nvSpPr>
        <p:spPr>
          <a:xfrm>
            <a:off x="4228825" y="2755875"/>
            <a:ext cx="2375700" cy="249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Helvetica Neue Light"/>
              <a:ea typeface="Helvetica Neue Light"/>
              <a:cs typeface="Helvetica Neue Light"/>
              <a:sym typeface="Helvetica Neue Light"/>
            </a:endParaRPr>
          </a:p>
        </p:txBody>
      </p:sp>
      <p:sp>
        <p:nvSpPr>
          <p:cNvPr id="160" name="Google Shape;160;p25"/>
          <p:cNvSpPr txBox="1"/>
          <p:nvPr/>
        </p:nvSpPr>
        <p:spPr>
          <a:xfrm>
            <a:off x="1934200" y="3466575"/>
            <a:ext cx="1498800" cy="249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Helvetica Neue Light"/>
              <a:ea typeface="Helvetica Neue Light"/>
              <a:cs typeface="Helvetica Neue Light"/>
              <a:sym typeface="Helvetica Neue Light"/>
            </a:endParaRPr>
          </a:p>
        </p:txBody>
      </p:sp>
      <p:sp>
        <p:nvSpPr>
          <p:cNvPr id="161" name="Google Shape;161;p25"/>
          <p:cNvSpPr/>
          <p:nvPr/>
        </p:nvSpPr>
        <p:spPr>
          <a:xfrm>
            <a:off x="4110075" y="2672725"/>
            <a:ext cx="225600" cy="201900"/>
          </a:xfrm>
          <a:prstGeom prst="ellipse">
            <a:avLst/>
          </a:prstGeom>
          <a:solidFill>
            <a:srgbClr val="FF0000"/>
          </a:solidFill>
          <a:ln w="19050" cap="flat" cmpd="sng">
            <a:solidFill>
              <a:srgbClr val="FF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200" b="1">
                <a:solidFill>
                  <a:schemeClr val="lt1"/>
                </a:solidFill>
              </a:rPr>
              <a:t>3</a:t>
            </a:r>
            <a:endParaRPr sz="1200" b="1">
              <a:solidFill>
                <a:schemeClr val="lt1"/>
              </a:solidFill>
            </a:endParaRPr>
          </a:p>
        </p:txBody>
      </p:sp>
      <p:sp>
        <p:nvSpPr>
          <p:cNvPr id="162" name="Google Shape;162;p25"/>
          <p:cNvSpPr/>
          <p:nvPr/>
        </p:nvSpPr>
        <p:spPr>
          <a:xfrm>
            <a:off x="1885950" y="3407175"/>
            <a:ext cx="225600" cy="201900"/>
          </a:xfrm>
          <a:prstGeom prst="ellipse">
            <a:avLst/>
          </a:prstGeom>
          <a:solidFill>
            <a:srgbClr val="FF0000"/>
          </a:solidFill>
          <a:ln w="19050" cap="flat" cmpd="sng">
            <a:solidFill>
              <a:srgbClr val="FF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200" b="1">
                <a:solidFill>
                  <a:schemeClr val="lt1"/>
                </a:solidFill>
              </a:rPr>
              <a:t>4</a:t>
            </a:r>
            <a:endParaRPr sz="1200" b="1">
              <a:solidFill>
                <a:schemeClr val="lt1"/>
              </a:solidFill>
            </a:endParaRPr>
          </a:p>
        </p:txBody>
      </p:sp>
      <p:sp>
        <p:nvSpPr>
          <p:cNvPr id="163" name="Google Shape;163;p25"/>
          <p:cNvSpPr txBox="1"/>
          <p:nvPr/>
        </p:nvSpPr>
        <p:spPr>
          <a:xfrm>
            <a:off x="1897330" y="1112700"/>
            <a:ext cx="496500" cy="249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Helvetica Neue Light"/>
              <a:ea typeface="Helvetica Neue Light"/>
              <a:cs typeface="Helvetica Neue Light"/>
              <a:sym typeface="Helvetica Neue Light"/>
            </a:endParaRPr>
          </a:p>
        </p:txBody>
      </p:sp>
      <p:sp>
        <p:nvSpPr>
          <p:cNvPr id="164" name="Google Shape;164;p25"/>
          <p:cNvSpPr/>
          <p:nvPr/>
        </p:nvSpPr>
        <p:spPr>
          <a:xfrm>
            <a:off x="1778582" y="1029541"/>
            <a:ext cx="225600" cy="201900"/>
          </a:xfrm>
          <a:prstGeom prst="ellipse">
            <a:avLst/>
          </a:prstGeom>
          <a:solidFill>
            <a:srgbClr val="FF0000"/>
          </a:solidFill>
          <a:ln w="19050" cap="flat" cmpd="sng">
            <a:solidFill>
              <a:srgbClr val="FF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200" b="1">
                <a:solidFill>
                  <a:schemeClr val="lt1"/>
                </a:solidFill>
              </a:rPr>
              <a:t>1</a:t>
            </a:r>
            <a:endParaRPr sz="1200" b="1">
              <a:solidFill>
                <a:schemeClr val="lt1"/>
              </a:solidFill>
            </a:endParaRPr>
          </a:p>
        </p:txBody>
      </p:sp>
      <p:sp>
        <p:nvSpPr>
          <p:cNvPr id="165" name="Google Shape;165;p25"/>
          <p:cNvSpPr txBox="1"/>
          <p:nvPr/>
        </p:nvSpPr>
        <p:spPr>
          <a:xfrm>
            <a:off x="4305025" y="1356925"/>
            <a:ext cx="742800" cy="249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Helvetica Neue Light"/>
              <a:ea typeface="Helvetica Neue Light"/>
              <a:cs typeface="Helvetica Neue Light"/>
              <a:sym typeface="Helvetica Neue Light"/>
            </a:endParaRPr>
          </a:p>
        </p:txBody>
      </p:sp>
      <p:sp>
        <p:nvSpPr>
          <p:cNvPr id="166" name="Google Shape;166;p25"/>
          <p:cNvSpPr/>
          <p:nvPr/>
        </p:nvSpPr>
        <p:spPr>
          <a:xfrm>
            <a:off x="4186275" y="1273766"/>
            <a:ext cx="225600" cy="201900"/>
          </a:xfrm>
          <a:prstGeom prst="ellipse">
            <a:avLst/>
          </a:prstGeom>
          <a:solidFill>
            <a:srgbClr val="FF0000"/>
          </a:solidFill>
          <a:ln w="19050" cap="flat" cmpd="sng">
            <a:solidFill>
              <a:srgbClr val="FF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200" b="1">
                <a:solidFill>
                  <a:schemeClr val="lt1"/>
                </a:solidFill>
              </a:rPr>
              <a:t>2</a:t>
            </a:r>
            <a:endParaRPr sz="1200" b="1">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6"/>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s50_3_init.out/.txt</a:t>
            </a:r>
            <a:endParaRPr/>
          </a:p>
        </p:txBody>
      </p:sp>
      <p:pic>
        <p:nvPicPr>
          <p:cNvPr id="172" name="Google Shape;172;p26"/>
          <p:cNvPicPr preferRelativeResize="0"/>
          <p:nvPr/>
        </p:nvPicPr>
        <p:blipFill rotWithShape="1">
          <a:blip r:embed="rId3">
            <a:alphaModFix/>
          </a:blip>
          <a:srcRect l="989" t="23717" r="31674" b="6131"/>
          <a:stretch/>
        </p:blipFill>
        <p:spPr>
          <a:xfrm>
            <a:off x="1291052" y="978350"/>
            <a:ext cx="6561895" cy="3843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7"/>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s50_3_init.out/.txt</a:t>
            </a:r>
            <a:endParaRPr/>
          </a:p>
        </p:txBody>
      </p:sp>
      <p:sp>
        <p:nvSpPr>
          <p:cNvPr id="178" name="Google Shape;178;p27"/>
          <p:cNvSpPr txBox="1">
            <a:spLocks noGrp="1"/>
          </p:cNvSpPr>
          <p:nvPr>
            <p:ph type="body" idx="1"/>
          </p:nvPr>
        </p:nvSpPr>
        <p:spPr>
          <a:xfrm>
            <a:off x="0" y="916400"/>
            <a:ext cx="9144000" cy="3850800"/>
          </a:xfrm>
          <a:prstGeom prst="rect">
            <a:avLst/>
          </a:prstGeom>
        </p:spPr>
        <p:txBody>
          <a:bodyPr spcFirstLastPara="1" wrap="square" lIns="91425" tIns="91425" rIns="91425" bIns="91425" anchor="t" anchorCtr="0">
            <a:noAutofit/>
          </a:bodyPr>
          <a:lstStyle/>
          <a:p>
            <a:pPr marL="457200" lvl="0" indent="-381000" algn="l" rtl="0">
              <a:lnSpc>
                <a:spcPct val="115000"/>
              </a:lnSpc>
              <a:spcBef>
                <a:spcPts val="1000"/>
              </a:spcBef>
              <a:spcAft>
                <a:spcPts val="0"/>
              </a:spcAft>
              <a:buSzPts val="2400"/>
              <a:buChar char="•"/>
            </a:pPr>
            <a:r>
              <a:rPr lang="en" sz="2400"/>
              <a:t>How many friendship relations were </a:t>
            </a:r>
            <a:r>
              <a:rPr lang="en" sz="2400" b="1" u="sng">
                <a:latin typeface="Helvetica Neue"/>
                <a:ea typeface="Helvetica Neue"/>
                <a:cs typeface="Helvetica Neue"/>
                <a:sym typeface="Helvetica Neue"/>
              </a:rPr>
              <a:t>created</a:t>
            </a:r>
            <a:r>
              <a:rPr lang="en" sz="2400"/>
              <a:t> and </a:t>
            </a:r>
            <a:r>
              <a:rPr lang="en" sz="2400" b="1" u="sng">
                <a:latin typeface="Helvetica Neue"/>
                <a:ea typeface="Helvetica Neue"/>
                <a:cs typeface="Helvetica Neue"/>
                <a:sym typeface="Helvetica Neue"/>
              </a:rPr>
              <a:t>dissolved</a:t>
            </a:r>
            <a:r>
              <a:rPr lang="en" sz="2400"/>
              <a:t> between period 1 and 2? </a:t>
            </a:r>
            <a:endParaRPr sz="2400"/>
          </a:p>
          <a:p>
            <a:pPr marL="0" lvl="0" indent="0" algn="l" rtl="0">
              <a:lnSpc>
                <a:spcPct val="115000"/>
              </a:lnSpc>
              <a:spcBef>
                <a:spcPts val="1000"/>
              </a:spcBef>
              <a:spcAft>
                <a:spcPts val="0"/>
              </a:spcAft>
              <a:buNone/>
            </a:pPr>
            <a:endParaRPr sz="2400"/>
          </a:p>
          <a:p>
            <a:pPr marL="457200" lvl="0" indent="-381000" algn="l" rtl="0">
              <a:lnSpc>
                <a:spcPct val="115000"/>
              </a:lnSpc>
              <a:spcBef>
                <a:spcPts val="1000"/>
              </a:spcBef>
              <a:spcAft>
                <a:spcPts val="0"/>
              </a:spcAft>
              <a:buSzPts val="2400"/>
              <a:buChar char="•"/>
            </a:pPr>
            <a:r>
              <a:rPr lang="en" sz="2400"/>
              <a:t>How many students </a:t>
            </a:r>
            <a:r>
              <a:rPr lang="en" sz="2400" b="1" u="sng">
                <a:latin typeface="Helvetica Neue"/>
                <a:ea typeface="Helvetica Neue"/>
                <a:cs typeface="Helvetica Neue"/>
                <a:sym typeface="Helvetica Neue"/>
              </a:rPr>
              <a:t>increased</a:t>
            </a:r>
            <a:r>
              <a:rPr lang="en" sz="2400"/>
              <a:t> or </a:t>
            </a:r>
            <a:r>
              <a:rPr lang="en" sz="2400" b="1" u="sng">
                <a:latin typeface="Helvetica Neue"/>
                <a:ea typeface="Helvetica Neue"/>
                <a:cs typeface="Helvetica Neue"/>
                <a:sym typeface="Helvetica Neue"/>
              </a:rPr>
              <a:t>decreased</a:t>
            </a:r>
            <a:r>
              <a:rPr lang="en" sz="2400"/>
              <a:t> their use of drugs between period 1 and 2?</a:t>
            </a: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8"/>
          <p:cNvSpPr/>
          <p:nvPr/>
        </p:nvSpPr>
        <p:spPr>
          <a:xfrm>
            <a:off x="123950" y="3470325"/>
            <a:ext cx="4280700" cy="780900"/>
          </a:xfrm>
          <a:prstGeom prst="roundRect">
            <a:avLst>
              <a:gd name="adj" fmla="val 16667"/>
            </a:avLst>
          </a:prstGeom>
          <a:noFill/>
          <a:ln w="2857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8"/>
          <p:cNvSpPr/>
          <p:nvPr/>
        </p:nvSpPr>
        <p:spPr>
          <a:xfrm>
            <a:off x="7129750" y="3551100"/>
            <a:ext cx="1846800" cy="615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8"/>
          <p:cNvSpPr/>
          <p:nvPr/>
        </p:nvSpPr>
        <p:spPr>
          <a:xfrm>
            <a:off x="4772150" y="3470325"/>
            <a:ext cx="4280700" cy="780900"/>
          </a:xfrm>
          <a:prstGeom prst="roundRect">
            <a:avLst>
              <a:gd name="adj" fmla="val 16667"/>
            </a:avLst>
          </a:prstGeom>
          <a:noFill/>
          <a:ln w="2857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8"/>
          <p:cNvSpPr/>
          <p:nvPr/>
        </p:nvSpPr>
        <p:spPr>
          <a:xfrm>
            <a:off x="2481550" y="3551100"/>
            <a:ext cx="1846800" cy="615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8"/>
          <p:cNvSpPr/>
          <p:nvPr/>
        </p:nvSpPr>
        <p:spPr>
          <a:xfrm>
            <a:off x="195550" y="3551100"/>
            <a:ext cx="1846800" cy="615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8"/>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s50_3_init.out/.txt</a:t>
            </a:r>
            <a:endParaRPr/>
          </a:p>
        </p:txBody>
      </p:sp>
      <p:sp>
        <p:nvSpPr>
          <p:cNvPr id="189" name="Google Shape;189;p28"/>
          <p:cNvSpPr txBox="1">
            <a:spLocks noGrp="1"/>
          </p:cNvSpPr>
          <p:nvPr>
            <p:ph type="body" idx="1"/>
          </p:nvPr>
        </p:nvSpPr>
        <p:spPr>
          <a:xfrm>
            <a:off x="0" y="764005"/>
            <a:ext cx="9144000" cy="1033200"/>
          </a:xfrm>
          <a:prstGeom prst="rect">
            <a:avLst/>
          </a:prstGeom>
        </p:spPr>
        <p:txBody>
          <a:bodyPr spcFirstLastPara="1" wrap="square" lIns="91425" tIns="91425" rIns="91425" bIns="91425" anchor="t" anchorCtr="0">
            <a:noAutofit/>
          </a:bodyPr>
          <a:lstStyle/>
          <a:p>
            <a:pPr marL="457200" lvl="0" indent="-381000" algn="l" rtl="0">
              <a:spcBef>
                <a:spcPts val="1000"/>
              </a:spcBef>
              <a:spcAft>
                <a:spcPts val="0"/>
              </a:spcAft>
              <a:buSzPts val="2400"/>
              <a:buChar char="•"/>
            </a:pPr>
            <a:r>
              <a:rPr lang="en" sz="2400"/>
              <a:t>How many friendship relations were </a:t>
            </a:r>
            <a:r>
              <a:rPr lang="en" sz="2400" b="1" u="sng">
                <a:latin typeface="Helvetica Neue"/>
                <a:ea typeface="Helvetica Neue"/>
                <a:cs typeface="Helvetica Neue"/>
                <a:sym typeface="Helvetica Neue"/>
              </a:rPr>
              <a:t>created</a:t>
            </a:r>
            <a:r>
              <a:rPr lang="en" sz="2400"/>
              <a:t> and </a:t>
            </a:r>
            <a:r>
              <a:rPr lang="en" sz="2400" b="1" u="sng">
                <a:latin typeface="Helvetica Neue"/>
                <a:ea typeface="Helvetica Neue"/>
                <a:cs typeface="Helvetica Neue"/>
                <a:sym typeface="Helvetica Neue"/>
              </a:rPr>
              <a:t>dissolved</a:t>
            </a:r>
            <a:r>
              <a:rPr lang="en" sz="2400"/>
              <a:t> between period 1 and 2? </a:t>
            </a:r>
            <a:endParaRPr sz="2400"/>
          </a:p>
        </p:txBody>
      </p:sp>
      <p:pic>
        <p:nvPicPr>
          <p:cNvPr id="190" name="Google Shape;190;p28"/>
          <p:cNvPicPr preferRelativeResize="0"/>
          <p:nvPr/>
        </p:nvPicPr>
        <p:blipFill rotWithShape="1">
          <a:blip r:embed="rId3">
            <a:alphaModFix/>
          </a:blip>
          <a:srcRect l="4908" t="60149" r="47524" b="26504"/>
          <a:stretch/>
        </p:blipFill>
        <p:spPr>
          <a:xfrm>
            <a:off x="918700" y="1908675"/>
            <a:ext cx="7306601" cy="1152651"/>
          </a:xfrm>
          <a:prstGeom prst="rect">
            <a:avLst/>
          </a:prstGeom>
          <a:noFill/>
          <a:ln>
            <a:noFill/>
          </a:ln>
        </p:spPr>
      </p:pic>
      <p:sp>
        <p:nvSpPr>
          <p:cNvPr id="191" name="Google Shape;191;p28"/>
          <p:cNvSpPr/>
          <p:nvPr/>
        </p:nvSpPr>
        <p:spPr>
          <a:xfrm>
            <a:off x="2193725" y="2168950"/>
            <a:ext cx="768300" cy="198300"/>
          </a:xfrm>
          <a:prstGeom prst="roundRect">
            <a:avLst>
              <a:gd name="adj" fmla="val 16667"/>
            </a:avLst>
          </a:prstGeom>
          <a:noFill/>
          <a:ln w="2857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8"/>
          <p:cNvSpPr/>
          <p:nvPr/>
        </p:nvSpPr>
        <p:spPr>
          <a:xfrm>
            <a:off x="3946325" y="2168950"/>
            <a:ext cx="768300" cy="198300"/>
          </a:xfrm>
          <a:prstGeom prst="roundRect">
            <a:avLst>
              <a:gd name="adj" fmla="val 16667"/>
            </a:avLst>
          </a:prstGeom>
          <a:noFill/>
          <a:ln w="2857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8"/>
          <p:cNvSpPr/>
          <p:nvPr/>
        </p:nvSpPr>
        <p:spPr>
          <a:xfrm>
            <a:off x="344275" y="3687425"/>
            <a:ext cx="322200" cy="322200"/>
          </a:xfrm>
          <a:prstGeom prst="ellipse">
            <a:avLst/>
          </a:prstGeom>
          <a:solidFill>
            <a:srgbClr val="4E2A8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3</a:t>
            </a:r>
            <a:endParaRPr b="1">
              <a:solidFill>
                <a:srgbClr val="FFFFFF"/>
              </a:solidFill>
            </a:endParaRPr>
          </a:p>
        </p:txBody>
      </p:sp>
      <p:sp>
        <p:nvSpPr>
          <p:cNvPr id="194" name="Google Shape;194;p28"/>
          <p:cNvSpPr/>
          <p:nvPr/>
        </p:nvSpPr>
        <p:spPr>
          <a:xfrm>
            <a:off x="1563475" y="3687425"/>
            <a:ext cx="322200" cy="322200"/>
          </a:xfrm>
          <a:prstGeom prst="ellipse">
            <a:avLst/>
          </a:prstGeom>
          <a:solidFill>
            <a:srgbClr val="4E2A8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4</a:t>
            </a:r>
            <a:endParaRPr b="1">
              <a:solidFill>
                <a:srgbClr val="FFFFFF"/>
              </a:solidFill>
            </a:endParaRPr>
          </a:p>
        </p:txBody>
      </p:sp>
      <p:sp>
        <p:nvSpPr>
          <p:cNvPr id="195" name="Google Shape;195;p28"/>
          <p:cNvSpPr/>
          <p:nvPr/>
        </p:nvSpPr>
        <p:spPr>
          <a:xfrm>
            <a:off x="2630275" y="3687425"/>
            <a:ext cx="322200" cy="322200"/>
          </a:xfrm>
          <a:prstGeom prst="ellipse">
            <a:avLst/>
          </a:prstGeom>
          <a:solidFill>
            <a:srgbClr val="4E2A8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3</a:t>
            </a:r>
            <a:endParaRPr b="1">
              <a:solidFill>
                <a:srgbClr val="FFFFFF"/>
              </a:solidFill>
            </a:endParaRPr>
          </a:p>
        </p:txBody>
      </p:sp>
      <p:sp>
        <p:nvSpPr>
          <p:cNvPr id="196" name="Google Shape;196;p28"/>
          <p:cNvSpPr/>
          <p:nvPr/>
        </p:nvSpPr>
        <p:spPr>
          <a:xfrm>
            <a:off x="3849475" y="3687425"/>
            <a:ext cx="322200" cy="322200"/>
          </a:xfrm>
          <a:prstGeom prst="ellipse">
            <a:avLst/>
          </a:prstGeom>
          <a:solidFill>
            <a:srgbClr val="4E2A8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4</a:t>
            </a:r>
            <a:endParaRPr b="1">
              <a:solidFill>
                <a:srgbClr val="FFFFFF"/>
              </a:solidFill>
            </a:endParaRPr>
          </a:p>
        </p:txBody>
      </p:sp>
      <p:sp>
        <p:nvSpPr>
          <p:cNvPr id="197" name="Google Shape;197;p28"/>
          <p:cNvSpPr/>
          <p:nvPr/>
        </p:nvSpPr>
        <p:spPr>
          <a:xfrm>
            <a:off x="4843750" y="3551100"/>
            <a:ext cx="1846800" cy="615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8"/>
          <p:cNvSpPr/>
          <p:nvPr/>
        </p:nvSpPr>
        <p:spPr>
          <a:xfrm>
            <a:off x="7278475" y="3687425"/>
            <a:ext cx="322200" cy="322200"/>
          </a:xfrm>
          <a:prstGeom prst="ellipse">
            <a:avLst/>
          </a:prstGeom>
          <a:solidFill>
            <a:srgbClr val="4E2A8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3</a:t>
            </a:r>
            <a:endParaRPr b="1">
              <a:solidFill>
                <a:srgbClr val="FFFFFF"/>
              </a:solidFill>
            </a:endParaRPr>
          </a:p>
        </p:txBody>
      </p:sp>
      <p:sp>
        <p:nvSpPr>
          <p:cNvPr id="199" name="Google Shape;199;p28"/>
          <p:cNvSpPr/>
          <p:nvPr/>
        </p:nvSpPr>
        <p:spPr>
          <a:xfrm>
            <a:off x="8497675" y="3687425"/>
            <a:ext cx="322200" cy="322200"/>
          </a:xfrm>
          <a:prstGeom prst="ellipse">
            <a:avLst/>
          </a:prstGeom>
          <a:solidFill>
            <a:srgbClr val="4E2A8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4</a:t>
            </a:r>
            <a:endParaRPr b="1">
              <a:solidFill>
                <a:srgbClr val="FFFFFF"/>
              </a:solidFill>
            </a:endParaRPr>
          </a:p>
        </p:txBody>
      </p:sp>
      <p:sp>
        <p:nvSpPr>
          <p:cNvPr id="200" name="Google Shape;200;p28"/>
          <p:cNvSpPr/>
          <p:nvPr/>
        </p:nvSpPr>
        <p:spPr>
          <a:xfrm>
            <a:off x="4992475" y="3687425"/>
            <a:ext cx="322200" cy="322200"/>
          </a:xfrm>
          <a:prstGeom prst="ellipse">
            <a:avLst/>
          </a:prstGeom>
          <a:solidFill>
            <a:srgbClr val="4E2A8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3</a:t>
            </a:r>
            <a:endParaRPr b="1">
              <a:solidFill>
                <a:srgbClr val="FFFFFF"/>
              </a:solidFill>
            </a:endParaRPr>
          </a:p>
        </p:txBody>
      </p:sp>
      <p:sp>
        <p:nvSpPr>
          <p:cNvPr id="201" name="Google Shape;201;p28"/>
          <p:cNvSpPr/>
          <p:nvPr/>
        </p:nvSpPr>
        <p:spPr>
          <a:xfrm>
            <a:off x="6211675" y="3687425"/>
            <a:ext cx="322200" cy="322200"/>
          </a:xfrm>
          <a:prstGeom prst="ellipse">
            <a:avLst/>
          </a:prstGeom>
          <a:solidFill>
            <a:srgbClr val="4E2A8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4</a:t>
            </a:r>
            <a:endParaRPr b="1">
              <a:solidFill>
                <a:srgbClr val="FFFFFF"/>
              </a:solidFill>
            </a:endParaRPr>
          </a:p>
        </p:txBody>
      </p:sp>
      <p:cxnSp>
        <p:nvCxnSpPr>
          <p:cNvPr id="202" name="Google Shape;202;p28"/>
          <p:cNvCxnSpPr>
            <a:stCxn id="200" idx="6"/>
            <a:endCxn id="201" idx="2"/>
          </p:cNvCxnSpPr>
          <p:nvPr/>
        </p:nvCxnSpPr>
        <p:spPr>
          <a:xfrm>
            <a:off x="5314675" y="3848525"/>
            <a:ext cx="897000" cy="0"/>
          </a:xfrm>
          <a:prstGeom prst="straightConnector1">
            <a:avLst/>
          </a:prstGeom>
          <a:noFill/>
          <a:ln w="28575" cap="flat" cmpd="sng">
            <a:solidFill>
              <a:srgbClr val="000000"/>
            </a:solidFill>
            <a:prstDash val="solid"/>
            <a:round/>
            <a:headEnd type="none" w="med" len="med"/>
            <a:tailEnd type="triangle" w="med" len="med"/>
          </a:ln>
        </p:spPr>
      </p:cxnSp>
      <p:sp>
        <p:nvSpPr>
          <p:cNvPr id="203" name="Google Shape;203;p28"/>
          <p:cNvSpPr txBox="1"/>
          <p:nvPr/>
        </p:nvSpPr>
        <p:spPr>
          <a:xfrm>
            <a:off x="2049925" y="3697800"/>
            <a:ext cx="416100" cy="32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=&gt;</a:t>
            </a:r>
            <a:endParaRPr b="1"/>
          </a:p>
        </p:txBody>
      </p:sp>
      <p:sp>
        <p:nvSpPr>
          <p:cNvPr id="204" name="Google Shape;204;p28"/>
          <p:cNvSpPr txBox="1"/>
          <p:nvPr/>
        </p:nvSpPr>
        <p:spPr>
          <a:xfrm>
            <a:off x="6698125" y="3697800"/>
            <a:ext cx="416100" cy="32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=&gt;</a:t>
            </a:r>
            <a:endParaRPr b="1"/>
          </a:p>
        </p:txBody>
      </p:sp>
      <p:cxnSp>
        <p:nvCxnSpPr>
          <p:cNvPr id="205" name="Google Shape;205;p28"/>
          <p:cNvCxnSpPr>
            <a:stCxn id="191" idx="1"/>
            <a:endCxn id="183" idx="0"/>
          </p:cNvCxnSpPr>
          <p:nvPr/>
        </p:nvCxnSpPr>
        <p:spPr>
          <a:xfrm>
            <a:off x="2193725" y="2268100"/>
            <a:ext cx="70500" cy="1202100"/>
          </a:xfrm>
          <a:prstGeom prst="curvedConnector4">
            <a:avLst>
              <a:gd name="adj1" fmla="val -337766"/>
              <a:gd name="adj2" fmla="val 54129"/>
            </a:avLst>
          </a:prstGeom>
          <a:noFill/>
          <a:ln w="28575" cap="flat" cmpd="sng">
            <a:solidFill>
              <a:srgbClr val="FF00FF"/>
            </a:solidFill>
            <a:prstDash val="solid"/>
            <a:round/>
            <a:headEnd type="none" w="med" len="med"/>
            <a:tailEnd type="none" w="med" len="med"/>
          </a:ln>
        </p:spPr>
      </p:cxnSp>
      <p:cxnSp>
        <p:nvCxnSpPr>
          <p:cNvPr id="206" name="Google Shape;206;p28"/>
          <p:cNvCxnSpPr>
            <a:stCxn id="192" idx="1"/>
            <a:endCxn id="185" idx="0"/>
          </p:cNvCxnSpPr>
          <p:nvPr/>
        </p:nvCxnSpPr>
        <p:spPr>
          <a:xfrm>
            <a:off x="3946325" y="2268100"/>
            <a:ext cx="2966100" cy="1202100"/>
          </a:xfrm>
          <a:prstGeom prst="curvedConnector4">
            <a:avLst>
              <a:gd name="adj1" fmla="val 248"/>
              <a:gd name="adj2" fmla="val 79388"/>
            </a:avLst>
          </a:prstGeom>
          <a:noFill/>
          <a:ln w="28575" cap="flat" cmpd="sng">
            <a:solidFill>
              <a:srgbClr val="FF9900"/>
            </a:solidFill>
            <a:prstDash val="solid"/>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9"/>
          <p:cNvSpPr/>
          <p:nvPr/>
        </p:nvSpPr>
        <p:spPr>
          <a:xfrm>
            <a:off x="2481550" y="3551100"/>
            <a:ext cx="1846800" cy="615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9"/>
          <p:cNvSpPr/>
          <p:nvPr/>
        </p:nvSpPr>
        <p:spPr>
          <a:xfrm>
            <a:off x="123950" y="3470325"/>
            <a:ext cx="4280700" cy="780900"/>
          </a:xfrm>
          <a:prstGeom prst="roundRect">
            <a:avLst>
              <a:gd name="adj" fmla="val 16667"/>
            </a:avLst>
          </a:prstGeom>
          <a:no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3" name="Google Shape;213;p29"/>
          <p:cNvPicPr preferRelativeResize="0"/>
          <p:nvPr/>
        </p:nvPicPr>
        <p:blipFill rotWithShape="1">
          <a:blip r:embed="rId3">
            <a:alphaModFix/>
          </a:blip>
          <a:srcRect l="5149" t="70386" r="48036" b="21829"/>
          <a:stretch/>
        </p:blipFill>
        <p:spPr>
          <a:xfrm>
            <a:off x="395588" y="1843300"/>
            <a:ext cx="8352824" cy="780900"/>
          </a:xfrm>
          <a:prstGeom prst="rect">
            <a:avLst/>
          </a:prstGeom>
          <a:noFill/>
          <a:ln>
            <a:noFill/>
          </a:ln>
        </p:spPr>
      </p:pic>
      <p:sp>
        <p:nvSpPr>
          <p:cNvPr id="214" name="Google Shape;214;p29"/>
          <p:cNvSpPr/>
          <p:nvPr/>
        </p:nvSpPr>
        <p:spPr>
          <a:xfrm>
            <a:off x="7129750" y="3551100"/>
            <a:ext cx="1846800" cy="615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9"/>
          <p:cNvSpPr/>
          <p:nvPr/>
        </p:nvSpPr>
        <p:spPr>
          <a:xfrm>
            <a:off x="4772150" y="3470325"/>
            <a:ext cx="4280700" cy="780900"/>
          </a:xfrm>
          <a:prstGeom prst="roundRect">
            <a:avLst>
              <a:gd name="adj" fmla="val 16667"/>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9"/>
          <p:cNvSpPr/>
          <p:nvPr/>
        </p:nvSpPr>
        <p:spPr>
          <a:xfrm>
            <a:off x="195550" y="3551100"/>
            <a:ext cx="1846800" cy="615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9"/>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s50_3_init.out/.txt</a:t>
            </a:r>
            <a:endParaRPr/>
          </a:p>
        </p:txBody>
      </p:sp>
      <p:sp>
        <p:nvSpPr>
          <p:cNvPr id="218" name="Google Shape;218;p29"/>
          <p:cNvSpPr txBox="1">
            <a:spLocks noGrp="1"/>
          </p:cNvSpPr>
          <p:nvPr>
            <p:ph type="body" idx="1"/>
          </p:nvPr>
        </p:nvSpPr>
        <p:spPr>
          <a:xfrm>
            <a:off x="0" y="764005"/>
            <a:ext cx="9144000" cy="1033200"/>
          </a:xfrm>
          <a:prstGeom prst="rect">
            <a:avLst/>
          </a:prstGeom>
        </p:spPr>
        <p:txBody>
          <a:bodyPr spcFirstLastPara="1" wrap="square" lIns="91425" tIns="91425" rIns="91425" bIns="91425" anchor="t" anchorCtr="0">
            <a:noAutofit/>
          </a:bodyPr>
          <a:lstStyle/>
          <a:p>
            <a:pPr marL="457200" lvl="0" indent="-381000" algn="l" rtl="0">
              <a:spcBef>
                <a:spcPts val="1000"/>
              </a:spcBef>
              <a:spcAft>
                <a:spcPts val="0"/>
              </a:spcAft>
              <a:buSzPts val="2400"/>
              <a:buChar char="•"/>
            </a:pPr>
            <a:r>
              <a:rPr lang="en" sz="2400"/>
              <a:t>How many students </a:t>
            </a:r>
            <a:r>
              <a:rPr lang="en" sz="2400" b="1" u="sng">
                <a:latin typeface="Helvetica Neue"/>
                <a:ea typeface="Helvetica Neue"/>
                <a:cs typeface="Helvetica Neue"/>
                <a:sym typeface="Helvetica Neue"/>
              </a:rPr>
              <a:t>increased</a:t>
            </a:r>
            <a:r>
              <a:rPr lang="en" sz="2400"/>
              <a:t> or </a:t>
            </a:r>
            <a:r>
              <a:rPr lang="en" sz="2400" b="1" u="sng">
                <a:latin typeface="Helvetica Neue"/>
                <a:ea typeface="Helvetica Neue"/>
                <a:cs typeface="Helvetica Neue"/>
                <a:sym typeface="Helvetica Neue"/>
              </a:rPr>
              <a:t>decreased</a:t>
            </a:r>
            <a:r>
              <a:rPr lang="en" sz="2400"/>
              <a:t> their use of drugs between period 1 and 2?</a:t>
            </a:r>
            <a:endParaRPr sz="2400"/>
          </a:p>
        </p:txBody>
      </p:sp>
      <p:sp>
        <p:nvSpPr>
          <p:cNvPr id="219" name="Google Shape;219;p29"/>
          <p:cNvSpPr/>
          <p:nvPr/>
        </p:nvSpPr>
        <p:spPr>
          <a:xfrm>
            <a:off x="2269925" y="1970650"/>
            <a:ext cx="768300" cy="198300"/>
          </a:xfrm>
          <a:prstGeom prst="roundRect">
            <a:avLst>
              <a:gd name="adj" fmla="val 16667"/>
            </a:avLst>
          </a:prstGeom>
          <a:no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9"/>
          <p:cNvSpPr/>
          <p:nvPr/>
        </p:nvSpPr>
        <p:spPr>
          <a:xfrm>
            <a:off x="3613025" y="1970650"/>
            <a:ext cx="897000" cy="198300"/>
          </a:xfrm>
          <a:prstGeom prst="roundRect">
            <a:avLst>
              <a:gd name="adj" fmla="val 16667"/>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9"/>
          <p:cNvSpPr/>
          <p:nvPr/>
        </p:nvSpPr>
        <p:spPr>
          <a:xfrm>
            <a:off x="344275" y="3687425"/>
            <a:ext cx="322200" cy="322200"/>
          </a:xfrm>
          <a:prstGeom prst="ellipse">
            <a:avLst/>
          </a:prstGeom>
          <a:solidFill>
            <a:srgbClr val="20124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3</a:t>
            </a:r>
            <a:endParaRPr b="1">
              <a:solidFill>
                <a:srgbClr val="FFFFFF"/>
              </a:solidFill>
            </a:endParaRPr>
          </a:p>
        </p:txBody>
      </p:sp>
      <p:sp>
        <p:nvSpPr>
          <p:cNvPr id="222" name="Google Shape;222;p29"/>
          <p:cNvSpPr/>
          <p:nvPr/>
        </p:nvSpPr>
        <p:spPr>
          <a:xfrm>
            <a:off x="1563475" y="3687425"/>
            <a:ext cx="322200" cy="322200"/>
          </a:xfrm>
          <a:prstGeom prst="ellipse">
            <a:avLst/>
          </a:prstGeom>
          <a:solidFill>
            <a:srgbClr val="20124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4</a:t>
            </a:r>
            <a:endParaRPr b="1">
              <a:solidFill>
                <a:srgbClr val="FFFFFF"/>
              </a:solidFill>
            </a:endParaRPr>
          </a:p>
        </p:txBody>
      </p:sp>
      <p:sp>
        <p:nvSpPr>
          <p:cNvPr id="223" name="Google Shape;223;p29"/>
          <p:cNvSpPr/>
          <p:nvPr/>
        </p:nvSpPr>
        <p:spPr>
          <a:xfrm>
            <a:off x="2630275" y="3687425"/>
            <a:ext cx="322200" cy="322200"/>
          </a:xfrm>
          <a:prstGeom prst="ellipse">
            <a:avLst/>
          </a:prstGeom>
          <a:solidFill>
            <a:srgbClr val="B4A7D6"/>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3</a:t>
            </a:r>
            <a:endParaRPr b="1">
              <a:solidFill>
                <a:srgbClr val="FFFFFF"/>
              </a:solidFill>
            </a:endParaRPr>
          </a:p>
        </p:txBody>
      </p:sp>
      <p:sp>
        <p:nvSpPr>
          <p:cNvPr id="224" name="Google Shape;224;p29"/>
          <p:cNvSpPr/>
          <p:nvPr/>
        </p:nvSpPr>
        <p:spPr>
          <a:xfrm>
            <a:off x="3849475" y="3687425"/>
            <a:ext cx="322200" cy="322200"/>
          </a:xfrm>
          <a:prstGeom prst="ellipse">
            <a:avLst/>
          </a:prstGeom>
          <a:solidFill>
            <a:schemeClr val="lt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rPr>
              <a:t>4</a:t>
            </a:r>
            <a:endParaRPr b="1">
              <a:solidFill>
                <a:schemeClr val="dk1"/>
              </a:solidFill>
            </a:endParaRPr>
          </a:p>
        </p:txBody>
      </p:sp>
      <p:sp>
        <p:nvSpPr>
          <p:cNvPr id="225" name="Google Shape;225;p29"/>
          <p:cNvSpPr/>
          <p:nvPr/>
        </p:nvSpPr>
        <p:spPr>
          <a:xfrm>
            <a:off x="4843750" y="3551100"/>
            <a:ext cx="1846800" cy="615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9"/>
          <p:cNvSpPr/>
          <p:nvPr/>
        </p:nvSpPr>
        <p:spPr>
          <a:xfrm>
            <a:off x="7278475" y="3687425"/>
            <a:ext cx="322200" cy="322200"/>
          </a:xfrm>
          <a:prstGeom prst="ellipse">
            <a:avLst/>
          </a:prstGeom>
          <a:solidFill>
            <a:srgbClr val="674EA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3</a:t>
            </a:r>
            <a:endParaRPr b="1">
              <a:solidFill>
                <a:srgbClr val="FFFFFF"/>
              </a:solidFill>
            </a:endParaRPr>
          </a:p>
        </p:txBody>
      </p:sp>
      <p:sp>
        <p:nvSpPr>
          <p:cNvPr id="227" name="Google Shape;227;p29"/>
          <p:cNvSpPr/>
          <p:nvPr/>
        </p:nvSpPr>
        <p:spPr>
          <a:xfrm>
            <a:off x="8497675" y="3687425"/>
            <a:ext cx="322200" cy="322200"/>
          </a:xfrm>
          <a:prstGeom prst="ellipse">
            <a:avLst/>
          </a:prstGeom>
          <a:solidFill>
            <a:srgbClr val="20124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4</a:t>
            </a:r>
            <a:endParaRPr b="1">
              <a:solidFill>
                <a:srgbClr val="FFFFFF"/>
              </a:solidFill>
            </a:endParaRPr>
          </a:p>
        </p:txBody>
      </p:sp>
      <p:sp>
        <p:nvSpPr>
          <p:cNvPr id="228" name="Google Shape;228;p29"/>
          <p:cNvSpPr/>
          <p:nvPr/>
        </p:nvSpPr>
        <p:spPr>
          <a:xfrm>
            <a:off x="4992475" y="3687425"/>
            <a:ext cx="322200" cy="322200"/>
          </a:xfrm>
          <a:prstGeom prst="ellipse">
            <a:avLst/>
          </a:prstGeom>
          <a:solidFill>
            <a:srgbClr val="674EA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3</a:t>
            </a:r>
            <a:endParaRPr b="1">
              <a:solidFill>
                <a:srgbClr val="FFFFFF"/>
              </a:solidFill>
            </a:endParaRPr>
          </a:p>
        </p:txBody>
      </p:sp>
      <p:sp>
        <p:nvSpPr>
          <p:cNvPr id="229" name="Google Shape;229;p29"/>
          <p:cNvSpPr/>
          <p:nvPr/>
        </p:nvSpPr>
        <p:spPr>
          <a:xfrm>
            <a:off x="6211675" y="3687425"/>
            <a:ext cx="322200" cy="322200"/>
          </a:xfrm>
          <a:prstGeom prst="ellipse">
            <a:avLst/>
          </a:prstGeom>
          <a:solidFill>
            <a:srgbClr val="20124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FFFFFF"/>
                </a:solidFill>
              </a:rPr>
              <a:t>4</a:t>
            </a:r>
            <a:endParaRPr b="1">
              <a:solidFill>
                <a:srgbClr val="FFFFFF"/>
              </a:solidFill>
            </a:endParaRPr>
          </a:p>
        </p:txBody>
      </p:sp>
      <p:cxnSp>
        <p:nvCxnSpPr>
          <p:cNvPr id="230" name="Google Shape;230;p29"/>
          <p:cNvCxnSpPr>
            <a:stCxn id="228" idx="6"/>
            <a:endCxn id="229" idx="2"/>
          </p:cNvCxnSpPr>
          <p:nvPr/>
        </p:nvCxnSpPr>
        <p:spPr>
          <a:xfrm>
            <a:off x="5314675" y="3848525"/>
            <a:ext cx="897000" cy="0"/>
          </a:xfrm>
          <a:prstGeom prst="straightConnector1">
            <a:avLst/>
          </a:prstGeom>
          <a:noFill/>
          <a:ln w="28575" cap="flat" cmpd="sng">
            <a:solidFill>
              <a:srgbClr val="000000"/>
            </a:solidFill>
            <a:prstDash val="dot"/>
            <a:round/>
            <a:headEnd type="none" w="med" len="med"/>
            <a:tailEnd type="triangle" w="med" len="med"/>
          </a:ln>
        </p:spPr>
      </p:cxnSp>
      <p:sp>
        <p:nvSpPr>
          <p:cNvPr id="231" name="Google Shape;231;p29"/>
          <p:cNvSpPr txBox="1"/>
          <p:nvPr/>
        </p:nvSpPr>
        <p:spPr>
          <a:xfrm>
            <a:off x="2049925" y="3697800"/>
            <a:ext cx="416100" cy="32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=&gt;</a:t>
            </a:r>
            <a:endParaRPr b="1"/>
          </a:p>
        </p:txBody>
      </p:sp>
      <p:sp>
        <p:nvSpPr>
          <p:cNvPr id="232" name="Google Shape;232;p29"/>
          <p:cNvSpPr txBox="1"/>
          <p:nvPr/>
        </p:nvSpPr>
        <p:spPr>
          <a:xfrm>
            <a:off x="6698125" y="3697800"/>
            <a:ext cx="416100" cy="32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=&gt;</a:t>
            </a:r>
            <a:endParaRPr b="1"/>
          </a:p>
        </p:txBody>
      </p:sp>
      <p:cxnSp>
        <p:nvCxnSpPr>
          <p:cNvPr id="233" name="Google Shape;233;p29"/>
          <p:cNvCxnSpPr>
            <a:stCxn id="219" idx="1"/>
            <a:endCxn id="212" idx="0"/>
          </p:cNvCxnSpPr>
          <p:nvPr/>
        </p:nvCxnSpPr>
        <p:spPr>
          <a:xfrm flipH="1">
            <a:off x="2264225" y="2069800"/>
            <a:ext cx="5700" cy="1400400"/>
          </a:xfrm>
          <a:prstGeom prst="curvedConnector2">
            <a:avLst/>
          </a:prstGeom>
          <a:noFill/>
          <a:ln w="28575" cap="flat" cmpd="sng">
            <a:solidFill>
              <a:schemeClr val="accent6"/>
            </a:solidFill>
            <a:prstDash val="solid"/>
            <a:round/>
            <a:headEnd type="none" w="med" len="med"/>
            <a:tailEnd type="none" w="med" len="med"/>
          </a:ln>
        </p:spPr>
      </p:cxnSp>
      <p:cxnSp>
        <p:nvCxnSpPr>
          <p:cNvPr id="234" name="Google Shape;234;p29"/>
          <p:cNvCxnSpPr>
            <a:stCxn id="220" idx="1"/>
            <a:endCxn id="215" idx="0"/>
          </p:cNvCxnSpPr>
          <p:nvPr/>
        </p:nvCxnSpPr>
        <p:spPr>
          <a:xfrm>
            <a:off x="3613025" y="2069800"/>
            <a:ext cx="3299400" cy="1400400"/>
          </a:xfrm>
          <a:prstGeom prst="curvedConnector4">
            <a:avLst>
              <a:gd name="adj1" fmla="val 1685"/>
              <a:gd name="adj2" fmla="val 53545"/>
            </a:avLst>
          </a:prstGeom>
          <a:noFill/>
          <a:ln w="28575" cap="flat" cmpd="sng">
            <a:solidFill>
              <a:srgbClr val="4A86E8"/>
            </a:solidFill>
            <a:prstDash val="solid"/>
            <a:round/>
            <a:headEnd type="none" w="med" len="med"/>
            <a:tailEnd type="none" w="med" len="med"/>
          </a:ln>
        </p:spPr>
      </p:cxnSp>
      <p:cxnSp>
        <p:nvCxnSpPr>
          <p:cNvPr id="235" name="Google Shape;235;p29"/>
          <p:cNvCxnSpPr>
            <a:stCxn id="226" idx="6"/>
            <a:endCxn id="227" idx="2"/>
          </p:cNvCxnSpPr>
          <p:nvPr/>
        </p:nvCxnSpPr>
        <p:spPr>
          <a:xfrm>
            <a:off x="7600675" y="3848525"/>
            <a:ext cx="897000" cy="0"/>
          </a:xfrm>
          <a:prstGeom prst="straightConnector1">
            <a:avLst/>
          </a:prstGeom>
          <a:noFill/>
          <a:ln w="28575" cap="flat" cmpd="sng">
            <a:solidFill>
              <a:srgbClr val="000000"/>
            </a:solidFill>
            <a:prstDash val="dot"/>
            <a:round/>
            <a:headEnd type="none" w="med" len="med"/>
            <a:tailEnd type="triangle" w="med" len="med"/>
          </a:ln>
        </p:spPr>
      </p:cxnSp>
      <p:cxnSp>
        <p:nvCxnSpPr>
          <p:cNvPr id="236" name="Google Shape;236;p29"/>
          <p:cNvCxnSpPr>
            <a:stCxn id="223" idx="6"/>
            <a:endCxn id="224" idx="2"/>
          </p:cNvCxnSpPr>
          <p:nvPr/>
        </p:nvCxnSpPr>
        <p:spPr>
          <a:xfrm>
            <a:off x="2952475" y="3848525"/>
            <a:ext cx="897000" cy="0"/>
          </a:xfrm>
          <a:prstGeom prst="straightConnector1">
            <a:avLst/>
          </a:prstGeom>
          <a:noFill/>
          <a:ln w="28575" cap="flat" cmpd="sng">
            <a:solidFill>
              <a:srgbClr val="000000"/>
            </a:solidFill>
            <a:prstDash val="dot"/>
            <a:round/>
            <a:headEnd type="none" w="med" len="med"/>
            <a:tailEnd type="triangle" w="med" len="med"/>
          </a:ln>
        </p:spPr>
      </p:cxnSp>
      <p:cxnSp>
        <p:nvCxnSpPr>
          <p:cNvPr id="237" name="Google Shape;237;p29"/>
          <p:cNvCxnSpPr>
            <a:stCxn id="221" idx="6"/>
            <a:endCxn id="222" idx="2"/>
          </p:cNvCxnSpPr>
          <p:nvPr/>
        </p:nvCxnSpPr>
        <p:spPr>
          <a:xfrm>
            <a:off x="666475" y="3848525"/>
            <a:ext cx="897000" cy="0"/>
          </a:xfrm>
          <a:prstGeom prst="straightConnector1">
            <a:avLst/>
          </a:prstGeom>
          <a:noFill/>
          <a:ln w="28575" cap="flat" cmpd="sng">
            <a:solidFill>
              <a:srgbClr val="000000"/>
            </a:solidFill>
            <a:prstDash val="dot"/>
            <a:round/>
            <a:headEnd type="none" w="med" len="med"/>
            <a:tailEnd type="triangle" w="med" len="med"/>
          </a:ln>
        </p:spPr>
      </p:cxnSp>
      <p:sp>
        <p:nvSpPr>
          <p:cNvPr id="238" name="Google Shape;238;p29"/>
          <p:cNvSpPr txBox="1"/>
          <p:nvPr/>
        </p:nvSpPr>
        <p:spPr>
          <a:xfrm>
            <a:off x="1328000" y="4362675"/>
            <a:ext cx="6348900" cy="322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Helvetica Neue Light"/>
                <a:ea typeface="Helvetica Neue Light"/>
                <a:cs typeface="Helvetica Neue Light"/>
                <a:sym typeface="Helvetica Neue Light"/>
              </a:rPr>
              <a:t>Drug Use: 	none,	tried once,	occasional, 	 regular </a:t>
            </a:r>
            <a:endParaRPr sz="1600">
              <a:latin typeface="Helvetica Neue Light"/>
              <a:ea typeface="Helvetica Neue Light"/>
              <a:cs typeface="Helvetica Neue Light"/>
              <a:sym typeface="Helvetica Neue Light"/>
            </a:endParaRPr>
          </a:p>
        </p:txBody>
      </p:sp>
      <p:sp>
        <p:nvSpPr>
          <p:cNvPr id="239" name="Google Shape;239;p29"/>
          <p:cNvSpPr/>
          <p:nvPr/>
        </p:nvSpPr>
        <p:spPr>
          <a:xfrm>
            <a:off x="2401675" y="4373225"/>
            <a:ext cx="322200" cy="322200"/>
          </a:xfrm>
          <a:prstGeom prst="ellipse">
            <a:avLst/>
          </a:prstGeom>
          <a:solidFill>
            <a:schemeClr val="lt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dk1"/>
              </a:solidFill>
            </a:endParaRPr>
          </a:p>
        </p:txBody>
      </p:sp>
      <p:sp>
        <p:nvSpPr>
          <p:cNvPr id="240" name="Google Shape;240;p29"/>
          <p:cNvSpPr/>
          <p:nvPr/>
        </p:nvSpPr>
        <p:spPr>
          <a:xfrm>
            <a:off x="3316075" y="4373225"/>
            <a:ext cx="322200" cy="322200"/>
          </a:xfrm>
          <a:prstGeom prst="ellipse">
            <a:avLst/>
          </a:prstGeom>
          <a:solidFill>
            <a:srgbClr val="B4A7D6"/>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rgbClr val="FFFFFF"/>
              </a:solidFill>
            </a:endParaRPr>
          </a:p>
        </p:txBody>
      </p:sp>
      <p:sp>
        <p:nvSpPr>
          <p:cNvPr id="241" name="Google Shape;241;p29"/>
          <p:cNvSpPr/>
          <p:nvPr/>
        </p:nvSpPr>
        <p:spPr>
          <a:xfrm>
            <a:off x="4687675" y="4373225"/>
            <a:ext cx="322200" cy="322200"/>
          </a:xfrm>
          <a:prstGeom prst="ellipse">
            <a:avLst/>
          </a:prstGeom>
          <a:solidFill>
            <a:srgbClr val="674EA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rgbClr val="FFFFFF"/>
              </a:solidFill>
            </a:endParaRPr>
          </a:p>
        </p:txBody>
      </p:sp>
      <p:sp>
        <p:nvSpPr>
          <p:cNvPr id="242" name="Google Shape;242;p29"/>
          <p:cNvSpPr/>
          <p:nvPr/>
        </p:nvSpPr>
        <p:spPr>
          <a:xfrm>
            <a:off x="6135475" y="4373225"/>
            <a:ext cx="322200" cy="322200"/>
          </a:xfrm>
          <a:prstGeom prst="ellipse">
            <a:avLst/>
          </a:prstGeom>
          <a:solidFill>
            <a:srgbClr val="20124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0"/>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Testing Hypotheses</a:t>
            </a:r>
            <a:endParaRPr/>
          </a:p>
        </p:txBody>
      </p:sp>
      <p:sp>
        <p:nvSpPr>
          <p:cNvPr id="248" name="Google Shape;248;p30"/>
          <p:cNvSpPr txBox="1">
            <a:spLocks noGrp="1"/>
          </p:cNvSpPr>
          <p:nvPr>
            <p:ph type="body" idx="1"/>
          </p:nvPr>
        </p:nvSpPr>
        <p:spPr>
          <a:xfrm>
            <a:off x="0" y="764005"/>
            <a:ext cx="9144000" cy="554700"/>
          </a:xfrm>
          <a:prstGeom prst="rect">
            <a:avLst/>
          </a:prstGeom>
        </p:spPr>
        <p:txBody>
          <a:bodyPr spcFirstLastPara="1" wrap="square" lIns="91425" tIns="91425" rIns="91425" bIns="91425" anchor="t" anchorCtr="0">
            <a:noAutofit/>
          </a:bodyPr>
          <a:lstStyle/>
          <a:p>
            <a:pPr marL="457200" lvl="0" indent="-355600" algn="l" rtl="0">
              <a:spcBef>
                <a:spcPts val="1000"/>
              </a:spcBef>
              <a:spcAft>
                <a:spcPts val="0"/>
              </a:spcAft>
              <a:buSzPts val="2000"/>
              <a:buChar char="•"/>
            </a:pPr>
            <a:r>
              <a:rPr lang="en" sz="1800"/>
              <a:t>Similar to ERGM Lab</a:t>
            </a:r>
            <a:endParaRPr sz="2000"/>
          </a:p>
        </p:txBody>
      </p:sp>
      <p:sp>
        <p:nvSpPr>
          <p:cNvPr id="249" name="Google Shape;249;p30"/>
          <p:cNvSpPr/>
          <p:nvPr/>
        </p:nvSpPr>
        <p:spPr>
          <a:xfrm>
            <a:off x="363075" y="1554631"/>
            <a:ext cx="1435482" cy="801576"/>
          </a:xfrm>
          <a:prstGeom prst="flowChartTerminator">
            <a:avLst/>
          </a:prstGeom>
          <a:solidFill>
            <a:srgbClr val="4E2A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rPr>
              <a:t>Run a statistical test (i.e., SIENA)</a:t>
            </a:r>
            <a:endParaRPr>
              <a:solidFill>
                <a:srgbClr val="FFFFFF"/>
              </a:solidFill>
            </a:endParaRPr>
          </a:p>
        </p:txBody>
      </p:sp>
      <p:sp>
        <p:nvSpPr>
          <p:cNvPr id="250" name="Google Shape;250;p30"/>
          <p:cNvSpPr/>
          <p:nvPr/>
        </p:nvSpPr>
        <p:spPr>
          <a:xfrm>
            <a:off x="2056550" y="1554619"/>
            <a:ext cx="1319400" cy="801600"/>
          </a:xfrm>
          <a:prstGeom prst="rect">
            <a:avLst/>
          </a:prstGeom>
          <a:solidFill>
            <a:srgbClr val="4E2A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rPr>
              <a:t>See p-value of the proper variable</a:t>
            </a:r>
            <a:endParaRPr sz="1300">
              <a:solidFill>
                <a:srgbClr val="FFFFFF"/>
              </a:solidFill>
            </a:endParaRPr>
          </a:p>
        </p:txBody>
      </p:sp>
      <p:sp>
        <p:nvSpPr>
          <p:cNvPr id="251" name="Google Shape;251;p30"/>
          <p:cNvSpPr/>
          <p:nvPr/>
        </p:nvSpPr>
        <p:spPr>
          <a:xfrm>
            <a:off x="3693750" y="1449925"/>
            <a:ext cx="2269200" cy="1020000"/>
          </a:xfrm>
          <a:prstGeom prst="diamond">
            <a:avLst/>
          </a:prstGeom>
          <a:solidFill>
            <a:srgbClr val="4E2A84"/>
          </a:solidFill>
          <a:ln>
            <a:noFill/>
          </a:ln>
        </p:spPr>
        <p:txBody>
          <a:bodyPr spcFirstLastPara="1" wrap="square" lIns="0" tIns="0" rIns="0" bIns="0" anchor="ctr" anchorCtr="0">
            <a:noAutofit/>
          </a:bodyPr>
          <a:lstStyle/>
          <a:p>
            <a:pPr marL="0" lvl="0" indent="0" algn="l" rtl="0">
              <a:spcBef>
                <a:spcPts val="0"/>
              </a:spcBef>
              <a:spcAft>
                <a:spcPts val="0"/>
              </a:spcAft>
              <a:buNone/>
            </a:pPr>
            <a:r>
              <a:rPr lang="en">
                <a:solidFill>
                  <a:schemeClr val="lt1"/>
                </a:solidFill>
              </a:rPr>
              <a:t>p-value &lt; 0.05</a:t>
            </a:r>
            <a:endParaRPr>
              <a:solidFill>
                <a:srgbClr val="FFFFFF"/>
              </a:solidFill>
            </a:endParaRPr>
          </a:p>
        </p:txBody>
      </p:sp>
      <p:sp>
        <p:nvSpPr>
          <p:cNvPr id="252" name="Google Shape;252;p30"/>
          <p:cNvSpPr/>
          <p:nvPr/>
        </p:nvSpPr>
        <p:spPr>
          <a:xfrm>
            <a:off x="1904913" y="3385500"/>
            <a:ext cx="1319400" cy="697800"/>
          </a:xfrm>
          <a:prstGeom prst="rect">
            <a:avLst/>
          </a:prstGeom>
          <a:solidFill>
            <a:srgbClr val="274E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rgbClr val="FFFFFF"/>
                </a:solidFill>
              </a:rPr>
              <a:t>Reject the </a:t>
            </a:r>
            <a:r>
              <a:rPr lang="en" sz="1300" i="1">
                <a:solidFill>
                  <a:srgbClr val="FFFFFF"/>
                </a:solidFill>
              </a:rPr>
              <a:t>null</a:t>
            </a:r>
            <a:r>
              <a:rPr lang="en" sz="1300">
                <a:solidFill>
                  <a:srgbClr val="FFFFFF"/>
                </a:solidFill>
              </a:rPr>
              <a:t> hypothesis</a:t>
            </a:r>
            <a:endParaRPr sz="1300">
              <a:solidFill>
                <a:srgbClr val="FFFFFF"/>
              </a:solidFill>
            </a:endParaRPr>
          </a:p>
        </p:txBody>
      </p:sp>
      <p:sp>
        <p:nvSpPr>
          <p:cNvPr id="253" name="Google Shape;253;p30"/>
          <p:cNvSpPr/>
          <p:nvPr/>
        </p:nvSpPr>
        <p:spPr>
          <a:xfrm>
            <a:off x="6770450" y="1554631"/>
            <a:ext cx="1980234" cy="801576"/>
          </a:xfrm>
          <a:prstGeom prst="flowChartTerminator">
            <a:avLst/>
          </a:prstGeom>
          <a:solidFill>
            <a:srgbClr val="990000"/>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200">
                <a:solidFill>
                  <a:schemeClr val="lt1"/>
                </a:solidFill>
              </a:rPr>
              <a:t>Fail to reject the </a:t>
            </a:r>
            <a:r>
              <a:rPr lang="en" sz="1200" i="1">
                <a:solidFill>
                  <a:schemeClr val="lt1"/>
                </a:solidFill>
              </a:rPr>
              <a:t>null </a:t>
            </a:r>
            <a:r>
              <a:rPr lang="en" sz="1200">
                <a:solidFill>
                  <a:schemeClr val="lt1"/>
                </a:solidFill>
              </a:rPr>
              <a:t>hypothesis </a:t>
            </a:r>
            <a:r>
              <a:rPr lang="en" sz="1100">
                <a:solidFill>
                  <a:schemeClr val="lt1"/>
                </a:solidFill>
              </a:rPr>
              <a:t>(don’t interpret the estimate)</a:t>
            </a:r>
            <a:endParaRPr sz="1100">
              <a:solidFill>
                <a:srgbClr val="FFFFFF"/>
              </a:solidFill>
            </a:endParaRPr>
          </a:p>
        </p:txBody>
      </p:sp>
      <p:sp>
        <p:nvSpPr>
          <p:cNvPr id="254" name="Google Shape;254;p30"/>
          <p:cNvSpPr/>
          <p:nvPr/>
        </p:nvSpPr>
        <p:spPr>
          <a:xfrm>
            <a:off x="6770450" y="2927238"/>
            <a:ext cx="1980234" cy="744660"/>
          </a:xfrm>
          <a:prstGeom prst="flowChartTerminator">
            <a:avLst/>
          </a:prstGeom>
          <a:solidFill>
            <a:srgbClr val="274E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rPr>
              <a:t>Accept the proposed hypothesis &amp; interpret the estimate</a:t>
            </a:r>
            <a:endParaRPr sz="1200">
              <a:solidFill>
                <a:srgbClr val="FFFFFF"/>
              </a:solidFill>
            </a:endParaRPr>
          </a:p>
        </p:txBody>
      </p:sp>
      <p:sp>
        <p:nvSpPr>
          <p:cNvPr id="255" name="Google Shape;255;p30"/>
          <p:cNvSpPr/>
          <p:nvPr/>
        </p:nvSpPr>
        <p:spPr>
          <a:xfrm>
            <a:off x="6770450" y="3796984"/>
            <a:ext cx="1980234" cy="744660"/>
          </a:xfrm>
          <a:prstGeom prst="flowChartTerminator">
            <a:avLst/>
          </a:prstGeom>
          <a:solidFill>
            <a:srgbClr val="274E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rPr>
              <a:t>Reject the proposed</a:t>
            </a:r>
            <a:r>
              <a:rPr lang="en" sz="1200">
                <a:solidFill>
                  <a:schemeClr val="lt1"/>
                </a:solidFill>
              </a:rPr>
              <a:t> </a:t>
            </a:r>
            <a:r>
              <a:rPr lang="en" sz="1200">
                <a:solidFill>
                  <a:srgbClr val="FFFFFF"/>
                </a:solidFill>
              </a:rPr>
              <a:t>hypothesis &amp; interpret the estimate</a:t>
            </a:r>
            <a:endParaRPr sz="1200">
              <a:solidFill>
                <a:srgbClr val="FFFFFF"/>
              </a:solidFill>
            </a:endParaRPr>
          </a:p>
        </p:txBody>
      </p:sp>
      <p:cxnSp>
        <p:nvCxnSpPr>
          <p:cNvPr id="256" name="Google Shape;256;p30"/>
          <p:cNvCxnSpPr>
            <a:stCxn id="249" idx="3"/>
            <a:endCxn id="250" idx="1"/>
          </p:cNvCxnSpPr>
          <p:nvPr/>
        </p:nvCxnSpPr>
        <p:spPr>
          <a:xfrm>
            <a:off x="1798557" y="1955419"/>
            <a:ext cx="258000" cy="600"/>
          </a:xfrm>
          <a:prstGeom prst="bentConnector3">
            <a:avLst>
              <a:gd name="adj1" fmla="val 49999"/>
            </a:avLst>
          </a:prstGeom>
          <a:noFill/>
          <a:ln w="9525" cap="flat" cmpd="sng">
            <a:solidFill>
              <a:schemeClr val="dk2"/>
            </a:solidFill>
            <a:prstDash val="solid"/>
            <a:round/>
            <a:headEnd type="none" w="med" len="med"/>
            <a:tailEnd type="triangle" w="med" len="med"/>
          </a:ln>
        </p:spPr>
      </p:cxnSp>
      <p:cxnSp>
        <p:nvCxnSpPr>
          <p:cNvPr id="257" name="Google Shape;257;p30"/>
          <p:cNvCxnSpPr>
            <a:stCxn id="250" idx="3"/>
            <a:endCxn id="251" idx="1"/>
          </p:cNvCxnSpPr>
          <p:nvPr/>
        </p:nvCxnSpPr>
        <p:spPr>
          <a:xfrm>
            <a:off x="3375950" y="1955419"/>
            <a:ext cx="317700" cy="4500"/>
          </a:xfrm>
          <a:prstGeom prst="bentConnector3">
            <a:avLst>
              <a:gd name="adj1" fmla="val 50016"/>
            </a:avLst>
          </a:prstGeom>
          <a:noFill/>
          <a:ln w="9525" cap="flat" cmpd="sng">
            <a:solidFill>
              <a:schemeClr val="dk2"/>
            </a:solidFill>
            <a:prstDash val="solid"/>
            <a:round/>
            <a:headEnd type="none" w="med" len="med"/>
            <a:tailEnd type="triangle" w="med" len="med"/>
          </a:ln>
        </p:spPr>
      </p:cxnSp>
      <p:cxnSp>
        <p:nvCxnSpPr>
          <p:cNvPr id="258" name="Google Shape;258;p30"/>
          <p:cNvCxnSpPr>
            <a:stCxn id="251" idx="2"/>
            <a:endCxn id="252" idx="0"/>
          </p:cNvCxnSpPr>
          <p:nvPr/>
        </p:nvCxnSpPr>
        <p:spPr>
          <a:xfrm rot="5400000">
            <a:off x="3238650" y="1795825"/>
            <a:ext cx="915600" cy="2263800"/>
          </a:xfrm>
          <a:prstGeom prst="bentConnector3">
            <a:avLst>
              <a:gd name="adj1" fmla="val 35905"/>
            </a:avLst>
          </a:prstGeom>
          <a:noFill/>
          <a:ln w="9525" cap="flat" cmpd="sng">
            <a:solidFill>
              <a:schemeClr val="dk2"/>
            </a:solidFill>
            <a:prstDash val="dash"/>
            <a:round/>
            <a:headEnd type="none" w="med" len="med"/>
            <a:tailEnd type="triangle" w="med" len="med"/>
          </a:ln>
        </p:spPr>
      </p:cxnSp>
      <p:cxnSp>
        <p:nvCxnSpPr>
          <p:cNvPr id="259" name="Google Shape;259;p30"/>
          <p:cNvCxnSpPr>
            <a:stCxn id="251" idx="3"/>
            <a:endCxn id="253" idx="1"/>
          </p:cNvCxnSpPr>
          <p:nvPr/>
        </p:nvCxnSpPr>
        <p:spPr>
          <a:xfrm rot="10800000" flipH="1">
            <a:off x="5962950" y="1955425"/>
            <a:ext cx="807600" cy="4500"/>
          </a:xfrm>
          <a:prstGeom prst="straightConnector1">
            <a:avLst/>
          </a:prstGeom>
          <a:noFill/>
          <a:ln w="9525" cap="flat" cmpd="sng">
            <a:solidFill>
              <a:schemeClr val="dk2"/>
            </a:solidFill>
            <a:prstDash val="solid"/>
            <a:round/>
            <a:headEnd type="none" w="med" len="med"/>
            <a:tailEnd type="triangle" w="med" len="med"/>
          </a:ln>
        </p:spPr>
      </p:cxnSp>
      <p:cxnSp>
        <p:nvCxnSpPr>
          <p:cNvPr id="260" name="Google Shape;260;p30"/>
          <p:cNvCxnSpPr>
            <a:stCxn id="261" idx="3"/>
            <a:endCxn id="254" idx="1"/>
          </p:cNvCxnSpPr>
          <p:nvPr/>
        </p:nvCxnSpPr>
        <p:spPr>
          <a:xfrm rot="10800000" flipH="1">
            <a:off x="6260925" y="3299700"/>
            <a:ext cx="509400" cy="434700"/>
          </a:xfrm>
          <a:prstGeom prst="bentConnector3">
            <a:avLst>
              <a:gd name="adj1" fmla="val 50012"/>
            </a:avLst>
          </a:prstGeom>
          <a:noFill/>
          <a:ln w="9525" cap="flat" cmpd="sng">
            <a:solidFill>
              <a:schemeClr val="dk2"/>
            </a:solidFill>
            <a:prstDash val="solid"/>
            <a:round/>
            <a:headEnd type="none" w="med" len="med"/>
            <a:tailEnd type="triangle" w="med" len="med"/>
          </a:ln>
        </p:spPr>
      </p:cxnSp>
      <p:cxnSp>
        <p:nvCxnSpPr>
          <p:cNvPr id="262" name="Google Shape;262;p30"/>
          <p:cNvCxnSpPr>
            <a:stCxn id="261" idx="3"/>
            <a:endCxn id="255" idx="1"/>
          </p:cNvCxnSpPr>
          <p:nvPr/>
        </p:nvCxnSpPr>
        <p:spPr>
          <a:xfrm>
            <a:off x="6260925" y="3734400"/>
            <a:ext cx="509400" cy="435000"/>
          </a:xfrm>
          <a:prstGeom prst="bentConnector3">
            <a:avLst>
              <a:gd name="adj1" fmla="val 50012"/>
            </a:avLst>
          </a:prstGeom>
          <a:noFill/>
          <a:ln w="9525" cap="flat" cmpd="sng">
            <a:solidFill>
              <a:schemeClr val="dk2"/>
            </a:solidFill>
            <a:prstDash val="dash"/>
            <a:round/>
            <a:headEnd type="none" w="med" len="med"/>
            <a:tailEnd type="triangle" w="med" len="med"/>
          </a:ln>
        </p:spPr>
      </p:cxnSp>
      <p:cxnSp>
        <p:nvCxnSpPr>
          <p:cNvPr id="263" name="Google Shape;263;p30"/>
          <p:cNvCxnSpPr/>
          <p:nvPr/>
        </p:nvCxnSpPr>
        <p:spPr>
          <a:xfrm>
            <a:off x="7543550" y="462400"/>
            <a:ext cx="557700" cy="0"/>
          </a:xfrm>
          <a:prstGeom prst="straightConnector1">
            <a:avLst/>
          </a:prstGeom>
          <a:noFill/>
          <a:ln w="9525" cap="flat" cmpd="sng">
            <a:solidFill>
              <a:schemeClr val="dk2"/>
            </a:solidFill>
            <a:prstDash val="solid"/>
            <a:round/>
            <a:headEnd type="none" w="med" len="med"/>
            <a:tailEnd type="triangle" w="med" len="med"/>
          </a:ln>
        </p:spPr>
      </p:cxnSp>
      <p:cxnSp>
        <p:nvCxnSpPr>
          <p:cNvPr id="264" name="Google Shape;264;p30"/>
          <p:cNvCxnSpPr/>
          <p:nvPr/>
        </p:nvCxnSpPr>
        <p:spPr>
          <a:xfrm>
            <a:off x="7543550" y="767200"/>
            <a:ext cx="557700" cy="0"/>
          </a:xfrm>
          <a:prstGeom prst="straightConnector1">
            <a:avLst/>
          </a:prstGeom>
          <a:noFill/>
          <a:ln w="9525" cap="flat" cmpd="sng">
            <a:solidFill>
              <a:schemeClr val="dk2"/>
            </a:solidFill>
            <a:prstDash val="dash"/>
            <a:round/>
            <a:headEnd type="none" w="med" len="med"/>
            <a:tailEnd type="triangle" w="med" len="med"/>
          </a:ln>
        </p:spPr>
      </p:cxnSp>
      <p:sp>
        <p:nvSpPr>
          <p:cNvPr id="265" name="Google Shape;265;p30"/>
          <p:cNvSpPr txBox="1"/>
          <p:nvPr/>
        </p:nvSpPr>
        <p:spPr>
          <a:xfrm>
            <a:off x="8212825" y="276500"/>
            <a:ext cx="780900" cy="35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Helvetica Neue Light"/>
                <a:ea typeface="Helvetica Neue Light"/>
                <a:cs typeface="Helvetica Neue Light"/>
                <a:sym typeface="Helvetica Neue Light"/>
              </a:rPr>
              <a:t>Yes</a:t>
            </a:r>
            <a:endParaRPr>
              <a:latin typeface="Helvetica Neue Light"/>
              <a:ea typeface="Helvetica Neue Light"/>
              <a:cs typeface="Helvetica Neue Light"/>
              <a:sym typeface="Helvetica Neue Light"/>
            </a:endParaRPr>
          </a:p>
        </p:txBody>
      </p:sp>
      <p:sp>
        <p:nvSpPr>
          <p:cNvPr id="266" name="Google Shape;266;p30"/>
          <p:cNvSpPr txBox="1"/>
          <p:nvPr/>
        </p:nvSpPr>
        <p:spPr>
          <a:xfrm>
            <a:off x="8212825" y="581300"/>
            <a:ext cx="780900" cy="35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Helvetica Neue Light"/>
                <a:ea typeface="Helvetica Neue Light"/>
                <a:cs typeface="Helvetica Neue Light"/>
                <a:sym typeface="Helvetica Neue Light"/>
              </a:rPr>
              <a:t>No</a:t>
            </a:r>
            <a:endParaRPr>
              <a:latin typeface="Helvetica Neue Light"/>
              <a:ea typeface="Helvetica Neue Light"/>
              <a:cs typeface="Helvetica Neue Light"/>
              <a:sym typeface="Helvetica Neue Light"/>
            </a:endParaRPr>
          </a:p>
        </p:txBody>
      </p:sp>
      <p:sp>
        <p:nvSpPr>
          <p:cNvPr id="261" name="Google Shape;261;p30"/>
          <p:cNvSpPr/>
          <p:nvPr/>
        </p:nvSpPr>
        <p:spPr>
          <a:xfrm>
            <a:off x="3628125" y="3042750"/>
            <a:ext cx="2632800" cy="1383300"/>
          </a:xfrm>
          <a:prstGeom prst="diamond">
            <a:avLst/>
          </a:prstGeom>
          <a:solidFill>
            <a:srgbClr val="274E13"/>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300">
                <a:solidFill>
                  <a:srgbClr val="FFFFFF"/>
                </a:solidFill>
              </a:rPr>
              <a:t>Sign of the estimate aligns with the proposed hypothesis?</a:t>
            </a:r>
            <a:endParaRPr sz="1300">
              <a:solidFill>
                <a:srgbClr val="FFFFFF"/>
              </a:solidFill>
            </a:endParaRPr>
          </a:p>
        </p:txBody>
      </p:sp>
      <p:cxnSp>
        <p:nvCxnSpPr>
          <p:cNvPr id="267" name="Google Shape;267;p30"/>
          <p:cNvCxnSpPr>
            <a:stCxn id="252" idx="3"/>
            <a:endCxn id="261" idx="1"/>
          </p:cNvCxnSpPr>
          <p:nvPr/>
        </p:nvCxnSpPr>
        <p:spPr>
          <a:xfrm>
            <a:off x="3224313" y="3734400"/>
            <a:ext cx="4038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1"/>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If you run ans1</a:t>
            </a:r>
            <a:endParaRPr/>
          </a:p>
        </p:txBody>
      </p:sp>
      <p:pic>
        <p:nvPicPr>
          <p:cNvPr id="273" name="Google Shape;273;p31"/>
          <p:cNvPicPr preferRelativeResize="0"/>
          <p:nvPr/>
        </p:nvPicPr>
        <p:blipFill rotWithShape="1">
          <a:blip r:embed="rId3">
            <a:alphaModFix/>
          </a:blip>
          <a:srcRect l="809" t="39720" r="53709" b="11501"/>
          <a:stretch/>
        </p:blipFill>
        <p:spPr>
          <a:xfrm>
            <a:off x="1436325" y="916400"/>
            <a:ext cx="6271350" cy="3781475"/>
          </a:xfrm>
          <a:prstGeom prst="rect">
            <a:avLst/>
          </a:prstGeom>
          <a:noFill/>
          <a:ln>
            <a:noFill/>
          </a:ln>
        </p:spPr>
      </p:pic>
      <p:sp>
        <p:nvSpPr>
          <p:cNvPr id="274" name="Google Shape;274;p31"/>
          <p:cNvSpPr/>
          <p:nvPr/>
        </p:nvSpPr>
        <p:spPr>
          <a:xfrm>
            <a:off x="1388125" y="4028050"/>
            <a:ext cx="3582000" cy="285000"/>
          </a:xfrm>
          <a:prstGeom prst="rect">
            <a:avLst/>
          </a:prstGeom>
          <a:noFill/>
          <a:ln w="28575" cap="flat" cmpd="sng">
            <a:solidFill>
              <a:srgbClr val="4E2A8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1"/>
          <p:cNvSpPr/>
          <p:nvPr/>
        </p:nvSpPr>
        <p:spPr>
          <a:xfrm>
            <a:off x="6779500" y="1193500"/>
            <a:ext cx="928200" cy="2834400"/>
          </a:xfrm>
          <a:prstGeom prst="rect">
            <a:avLst/>
          </a:prstGeom>
          <a:noFill/>
          <a:ln w="28575" cap="flat" cmpd="sng">
            <a:solidFill>
              <a:srgbClr val="4E2A8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1"/>
          <p:cNvSpPr txBox="1"/>
          <p:nvPr/>
        </p:nvSpPr>
        <p:spPr>
          <a:xfrm>
            <a:off x="6694600" y="219450"/>
            <a:ext cx="2449500" cy="74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4E2A84"/>
                </a:solidFill>
                <a:latin typeface="Helvetica Neue"/>
                <a:ea typeface="Helvetica Neue"/>
                <a:cs typeface="Helvetica Neue"/>
                <a:sym typeface="Helvetica Neue"/>
              </a:rPr>
              <a:t>All t-ratios for convergence should ideally be less than 0.1 in absolute value</a:t>
            </a:r>
            <a:endParaRPr b="1">
              <a:solidFill>
                <a:srgbClr val="4E2A84"/>
              </a:solidFill>
              <a:latin typeface="Helvetica Neue"/>
              <a:ea typeface="Helvetica Neue"/>
              <a:cs typeface="Helvetica Neue"/>
              <a:sym typeface="Helvetica Neue"/>
            </a:endParaRPr>
          </a:p>
        </p:txBody>
      </p:sp>
      <p:sp>
        <p:nvSpPr>
          <p:cNvPr id="277" name="Google Shape;277;p31"/>
          <p:cNvSpPr txBox="1"/>
          <p:nvPr/>
        </p:nvSpPr>
        <p:spPr>
          <a:xfrm>
            <a:off x="0" y="3440500"/>
            <a:ext cx="1524300" cy="74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4E2A84"/>
                </a:solidFill>
                <a:latin typeface="Helvetica Neue"/>
                <a:ea typeface="Helvetica Neue"/>
                <a:cs typeface="Helvetica Neue"/>
                <a:sym typeface="Helvetica Neue"/>
              </a:rPr>
              <a:t>The overall max convergence ratio should ideally be less than 0.25</a:t>
            </a:r>
            <a:endParaRPr b="1">
              <a:solidFill>
                <a:srgbClr val="4E2A84"/>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2"/>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Once you confirm the convergence</a:t>
            </a:r>
            <a:endParaRPr/>
          </a:p>
        </p:txBody>
      </p:sp>
      <p:sp>
        <p:nvSpPr>
          <p:cNvPr id="283" name="Google Shape;283;p32"/>
          <p:cNvSpPr txBox="1"/>
          <p:nvPr/>
        </p:nvSpPr>
        <p:spPr>
          <a:xfrm>
            <a:off x="2026200" y="916400"/>
            <a:ext cx="5091600" cy="363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t>================================================</a:t>
            </a:r>
            <a:endParaRPr sz="1200"/>
          </a:p>
          <a:p>
            <a:pPr marL="0" lvl="0" indent="0" algn="l" rtl="0">
              <a:spcBef>
                <a:spcPts val="0"/>
              </a:spcBef>
              <a:spcAft>
                <a:spcPts val="0"/>
              </a:spcAft>
              <a:buNone/>
            </a:pPr>
            <a:r>
              <a:rPr lang="en" sz="1200"/>
              <a:t>                                     Model 1    </a:t>
            </a:r>
            <a:endParaRPr sz="1200"/>
          </a:p>
          <a:p>
            <a:pPr marL="0" lvl="0" indent="0" algn="l" rtl="0">
              <a:spcBef>
                <a:spcPts val="0"/>
              </a:spcBef>
              <a:spcAft>
                <a:spcPts val="0"/>
              </a:spcAft>
              <a:buNone/>
            </a:pPr>
            <a:r>
              <a:rPr lang="en" sz="1200"/>
              <a:t>------------------------------------------------------------------------------------</a:t>
            </a:r>
            <a:endParaRPr sz="1200"/>
          </a:p>
          <a:p>
            <a:pPr marL="0" lvl="0" indent="0" algn="l" rtl="0">
              <a:spcBef>
                <a:spcPts val="0"/>
              </a:spcBef>
              <a:spcAft>
                <a:spcPts val="0"/>
              </a:spcAft>
              <a:buNone/>
            </a:pPr>
            <a:r>
              <a:rPr lang="en" sz="1200"/>
              <a:t>constant friendship rate (period 1)     	6.66 ***	</a:t>
            </a:r>
            <a:r>
              <a:rPr lang="en" sz="1200">
                <a:solidFill>
                  <a:schemeClr val="dk1"/>
                </a:solidFill>
              </a:rPr>
              <a:t>(1.39)</a:t>
            </a:r>
            <a:endParaRPr sz="1200"/>
          </a:p>
          <a:p>
            <a:pPr marL="0" lvl="0" indent="0" algn="l" rtl="0">
              <a:spcBef>
                <a:spcPts val="0"/>
              </a:spcBef>
              <a:spcAft>
                <a:spcPts val="0"/>
              </a:spcAft>
              <a:buNone/>
            </a:pPr>
            <a:r>
              <a:rPr lang="en" sz="1200"/>
              <a:t>constant friendship rate (period 2)		5.36 ***	</a:t>
            </a:r>
            <a:r>
              <a:rPr lang="en" sz="1200">
                <a:solidFill>
                  <a:schemeClr val="dk1"/>
                </a:solidFill>
              </a:rPr>
              <a:t>(0.92) </a:t>
            </a:r>
            <a:endParaRPr sz="1200"/>
          </a:p>
          <a:p>
            <a:pPr marL="0" lvl="0" indent="0" algn="l" rtl="0">
              <a:spcBef>
                <a:spcPts val="0"/>
              </a:spcBef>
              <a:spcAft>
                <a:spcPts val="0"/>
              </a:spcAft>
              <a:buNone/>
            </a:pPr>
            <a:r>
              <a:rPr lang="en" sz="1200"/>
              <a:t>outdegree (density)                		-3.11 ***	</a:t>
            </a:r>
            <a:r>
              <a:rPr lang="en" sz="1200">
                <a:solidFill>
                  <a:schemeClr val="dk1"/>
                </a:solidFill>
              </a:rPr>
              <a:t>(0.20)</a:t>
            </a:r>
            <a:endParaRPr sz="1200"/>
          </a:p>
          <a:p>
            <a:pPr marL="0" lvl="0" indent="0" algn="l" rtl="0">
              <a:spcBef>
                <a:spcPts val="0"/>
              </a:spcBef>
              <a:spcAft>
                <a:spcPts val="0"/>
              </a:spcAft>
              <a:buNone/>
            </a:pPr>
            <a:r>
              <a:rPr lang="en" sz="1200"/>
              <a:t>reciprocity                             		2.44 ***	</a:t>
            </a:r>
            <a:r>
              <a:rPr lang="en" sz="1200">
                <a:solidFill>
                  <a:schemeClr val="dk1"/>
                </a:solidFill>
              </a:rPr>
              <a:t>(0.19) </a:t>
            </a:r>
            <a:endParaRPr sz="1200"/>
          </a:p>
          <a:p>
            <a:pPr marL="0" lvl="0" indent="0" algn="l" rtl="0">
              <a:spcBef>
                <a:spcPts val="0"/>
              </a:spcBef>
              <a:spcAft>
                <a:spcPts val="0"/>
              </a:spcAft>
              <a:buNone/>
            </a:pPr>
            <a:r>
              <a:rPr lang="en" sz="1200"/>
              <a:t>GWESP I -&gt; K -&gt; J (69)                  	1.52 ***	</a:t>
            </a:r>
            <a:r>
              <a:rPr lang="en" sz="1200">
                <a:solidFill>
                  <a:schemeClr val="dk1"/>
                </a:solidFill>
              </a:rPr>
              <a:t>(0.18)  </a:t>
            </a:r>
            <a:endParaRPr sz="1200"/>
          </a:p>
          <a:p>
            <a:pPr marL="0" lvl="0" indent="0" algn="l" rtl="0">
              <a:spcBef>
                <a:spcPts val="0"/>
              </a:spcBef>
              <a:spcAft>
                <a:spcPts val="0"/>
              </a:spcAft>
              <a:buNone/>
            </a:pPr>
            <a:r>
              <a:rPr lang="en" sz="1200"/>
              <a:t>drugbeh alter                           		0.07    	</a:t>
            </a:r>
            <a:r>
              <a:rPr lang="en" sz="1200">
                <a:solidFill>
                  <a:schemeClr val="dk1"/>
                </a:solidFill>
              </a:rPr>
              <a:t>(0.14) </a:t>
            </a:r>
            <a:endParaRPr sz="1200"/>
          </a:p>
          <a:p>
            <a:pPr marL="0" lvl="0" indent="0" algn="l" rtl="0">
              <a:spcBef>
                <a:spcPts val="0"/>
              </a:spcBef>
              <a:spcAft>
                <a:spcPts val="0"/>
              </a:spcAft>
              <a:buNone/>
            </a:pPr>
            <a:r>
              <a:rPr lang="en" sz="1200"/>
              <a:t>drugbeh ego                             		0.12    	</a:t>
            </a:r>
            <a:r>
              <a:rPr lang="en" sz="1200">
                <a:solidFill>
                  <a:schemeClr val="dk1"/>
                </a:solidFill>
              </a:rPr>
              <a:t>(0.14)</a:t>
            </a:r>
            <a:endParaRPr sz="1200"/>
          </a:p>
          <a:p>
            <a:pPr marL="0" lvl="0" indent="0" algn="l" rtl="0">
              <a:spcBef>
                <a:spcPts val="0"/>
              </a:spcBef>
              <a:spcAft>
                <a:spcPts val="0"/>
              </a:spcAft>
              <a:buNone/>
            </a:pPr>
            <a:r>
              <a:rPr lang="en" sz="1200"/>
              <a:t>same drugbeh                            		0.60 *  	</a:t>
            </a:r>
            <a:r>
              <a:rPr lang="en" sz="1200">
                <a:solidFill>
                  <a:schemeClr val="dk1"/>
                </a:solidFill>
              </a:rPr>
              <a:t>(0.28)</a:t>
            </a:r>
            <a:r>
              <a:rPr lang="en" sz="1200"/>
              <a:t>	  </a:t>
            </a:r>
            <a:endParaRPr sz="1200"/>
          </a:p>
          <a:p>
            <a:pPr marL="0" lvl="0" indent="0" algn="l" rtl="0">
              <a:spcBef>
                <a:spcPts val="0"/>
              </a:spcBef>
              <a:spcAft>
                <a:spcPts val="0"/>
              </a:spcAft>
              <a:buNone/>
            </a:pPr>
            <a:r>
              <a:rPr lang="en" sz="1200"/>
              <a:t>rate drugbeh (period 1)                 		0.54 *  	</a:t>
            </a:r>
            <a:r>
              <a:rPr lang="en" sz="1200">
                <a:solidFill>
                  <a:schemeClr val="dk1"/>
                </a:solidFill>
              </a:rPr>
              <a:t>(0.26)</a:t>
            </a:r>
            <a:endParaRPr sz="1200"/>
          </a:p>
          <a:p>
            <a:pPr marL="0" lvl="0" indent="0" algn="l" rtl="0">
              <a:spcBef>
                <a:spcPts val="0"/>
              </a:spcBef>
              <a:spcAft>
                <a:spcPts val="0"/>
              </a:spcAft>
              <a:buNone/>
            </a:pPr>
            <a:r>
              <a:rPr lang="en" sz="1200"/>
              <a:t>rate drugbeh (period 2)                 		1.59 *  	</a:t>
            </a:r>
            <a:r>
              <a:rPr lang="en" sz="1200">
                <a:solidFill>
                  <a:schemeClr val="dk1"/>
                </a:solidFill>
              </a:rPr>
              <a:t>(0.66)</a:t>
            </a:r>
            <a:endParaRPr sz="1200"/>
          </a:p>
          <a:p>
            <a:pPr marL="0" lvl="0" indent="0" algn="l" rtl="0">
              <a:spcBef>
                <a:spcPts val="0"/>
              </a:spcBef>
              <a:spcAft>
                <a:spcPts val="0"/>
              </a:spcAft>
              <a:buNone/>
            </a:pPr>
            <a:r>
              <a:rPr lang="en" sz="1200"/>
              <a:t>drugbeh linear shape                    		1.42    	</a:t>
            </a:r>
            <a:r>
              <a:rPr lang="en" sz="1200">
                <a:solidFill>
                  <a:schemeClr val="dk1"/>
                </a:solidFill>
              </a:rPr>
              <a:t>(2.00) </a:t>
            </a:r>
            <a:endParaRPr sz="1200"/>
          </a:p>
          <a:p>
            <a:pPr marL="0" lvl="0" indent="0" algn="l" rtl="0">
              <a:spcBef>
                <a:spcPts val="0"/>
              </a:spcBef>
              <a:spcAft>
                <a:spcPts val="0"/>
              </a:spcAft>
              <a:buNone/>
            </a:pPr>
            <a:r>
              <a:rPr lang="en" sz="1200"/>
              <a:t>drugbeh quadratic shape                	-0.16    	</a:t>
            </a:r>
            <a:r>
              <a:rPr lang="en" sz="1200">
                <a:solidFill>
                  <a:schemeClr val="dk1"/>
                </a:solidFill>
              </a:rPr>
              <a:t>(0.49)</a:t>
            </a:r>
            <a:endParaRPr sz="1200"/>
          </a:p>
          <a:p>
            <a:pPr marL="0" lvl="0" indent="0" algn="l" rtl="0">
              <a:spcBef>
                <a:spcPts val="0"/>
              </a:spcBef>
              <a:spcAft>
                <a:spcPts val="0"/>
              </a:spcAft>
              <a:buNone/>
            </a:pPr>
            <a:r>
              <a:rPr lang="en" sz="1200"/>
              <a:t>drugbeh total similarity                		5.75    	</a:t>
            </a:r>
            <a:r>
              <a:rPr lang="en" sz="1200">
                <a:solidFill>
                  <a:schemeClr val="dk1"/>
                </a:solidFill>
              </a:rPr>
              <a:t>(5.98)   </a:t>
            </a:r>
            <a:endParaRPr sz="1200"/>
          </a:p>
          <a:p>
            <a:pPr marL="0" lvl="0" indent="0" algn="l" rtl="0">
              <a:spcBef>
                <a:spcPts val="0"/>
              </a:spcBef>
              <a:spcAft>
                <a:spcPts val="0"/>
              </a:spcAft>
              <a:buNone/>
            </a:pPr>
            <a:r>
              <a:rPr lang="en" sz="1200"/>
              <a:t>-----------------------------------------------------------------------------------</a:t>
            </a:r>
            <a:endParaRPr sz="1200"/>
          </a:p>
          <a:p>
            <a:pPr marL="0" lvl="0" indent="0" algn="l" rtl="0">
              <a:spcBef>
                <a:spcPts val="0"/>
              </a:spcBef>
              <a:spcAft>
                <a:spcPts val="0"/>
              </a:spcAft>
              <a:buNone/>
            </a:pPr>
            <a:r>
              <a:rPr lang="en" sz="1200"/>
              <a:t>Iterations                           3141       </a:t>
            </a:r>
            <a:endParaRPr sz="1200"/>
          </a:p>
          <a:p>
            <a:pPr marL="0" lvl="0" indent="0" algn="l" rtl="0">
              <a:spcBef>
                <a:spcPts val="0"/>
              </a:spcBef>
              <a:spcAft>
                <a:spcPts val="0"/>
              </a:spcAft>
              <a:buNone/>
            </a:pPr>
            <a:r>
              <a:rPr lang="en" sz="1200"/>
              <a:t>================================================</a:t>
            </a:r>
            <a:endParaRPr sz="1200"/>
          </a:p>
          <a:p>
            <a:pPr marL="0" lvl="0" indent="0" algn="l" rtl="0">
              <a:spcBef>
                <a:spcPts val="0"/>
              </a:spcBef>
              <a:spcAft>
                <a:spcPts val="0"/>
              </a:spcAft>
              <a:buNone/>
            </a:pPr>
            <a:r>
              <a:rPr lang="en" sz="1200"/>
              <a:t>*** p &lt; 0.001, ** p &lt; 0.01, * p &lt; 0.05</a:t>
            </a:r>
            <a:endParaRPr sz="1200"/>
          </a:p>
        </p:txBody>
      </p:sp>
      <p:sp>
        <p:nvSpPr>
          <p:cNvPr id="284" name="Google Shape;284;p32"/>
          <p:cNvSpPr/>
          <p:nvPr/>
        </p:nvSpPr>
        <p:spPr>
          <a:xfrm>
            <a:off x="4734500" y="1512075"/>
            <a:ext cx="681600" cy="2404500"/>
          </a:xfrm>
          <a:prstGeom prst="rect">
            <a:avLst/>
          </a:prstGeom>
          <a:noFill/>
          <a:ln w="28575" cap="flat" cmpd="sng">
            <a:solidFill>
              <a:srgbClr val="8E7CC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2"/>
          <p:cNvSpPr txBox="1"/>
          <p:nvPr/>
        </p:nvSpPr>
        <p:spPr>
          <a:xfrm>
            <a:off x="6407675" y="1044300"/>
            <a:ext cx="27363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8E7CC3"/>
                </a:solidFill>
                <a:latin typeface="Helvetica Neue"/>
                <a:ea typeface="Helvetica Neue"/>
                <a:cs typeface="Helvetica Neue"/>
                <a:sym typeface="Helvetica Neue"/>
              </a:rPr>
              <a:t>The estimate (log-probability ratio)</a:t>
            </a:r>
            <a:endParaRPr b="1">
              <a:solidFill>
                <a:srgbClr val="8E7CC3"/>
              </a:solidFill>
              <a:latin typeface="Helvetica Neue"/>
              <a:ea typeface="Helvetica Neue"/>
              <a:cs typeface="Helvetica Neue"/>
              <a:sym typeface="Helvetica Neue"/>
            </a:endParaRPr>
          </a:p>
        </p:txBody>
      </p:sp>
      <p:sp>
        <p:nvSpPr>
          <p:cNvPr id="286" name="Google Shape;286;p32"/>
          <p:cNvSpPr txBox="1"/>
          <p:nvPr/>
        </p:nvSpPr>
        <p:spPr>
          <a:xfrm>
            <a:off x="6407675" y="2440225"/>
            <a:ext cx="27363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4E2A84"/>
                </a:solidFill>
                <a:latin typeface="Helvetica Neue"/>
                <a:ea typeface="Helvetica Neue"/>
                <a:cs typeface="Helvetica Neue"/>
                <a:sym typeface="Helvetica Neue"/>
              </a:rPr>
              <a:t>The standard error</a:t>
            </a:r>
            <a:endParaRPr b="1">
              <a:solidFill>
                <a:srgbClr val="4E2A84"/>
              </a:solidFill>
              <a:latin typeface="Helvetica Neue"/>
              <a:ea typeface="Helvetica Neue"/>
              <a:cs typeface="Helvetica Neue"/>
              <a:sym typeface="Helvetica Neue"/>
            </a:endParaRPr>
          </a:p>
        </p:txBody>
      </p:sp>
      <p:sp>
        <p:nvSpPr>
          <p:cNvPr id="287" name="Google Shape;287;p32"/>
          <p:cNvSpPr/>
          <p:nvPr/>
        </p:nvSpPr>
        <p:spPr>
          <a:xfrm>
            <a:off x="5648900" y="1512075"/>
            <a:ext cx="681600" cy="2404500"/>
          </a:xfrm>
          <a:prstGeom prst="rect">
            <a:avLst/>
          </a:prstGeom>
          <a:noFill/>
          <a:ln w="28575" cap="flat" cmpd="sng">
            <a:solidFill>
              <a:srgbClr val="4E2A8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8" name="Google Shape;288;p32"/>
          <p:cNvCxnSpPr>
            <a:stCxn id="284" idx="0"/>
            <a:endCxn id="285" idx="1"/>
          </p:cNvCxnSpPr>
          <p:nvPr/>
        </p:nvCxnSpPr>
        <p:spPr>
          <a:xfrm rot="-5400000">
            <a:off x="5606750" y="711225"/>
            <a:ext cx="269400" cy="1332300"/>
          </a:xfrm>
          <a:prstGeom prst="curvedConnector2">
            <a:avLst/>
          </a:prstGeom>
          <a:noFill/>
          <a:ln w="28575" cap="flat" cmpd="sng">
            <a:solidFill>
              <a:srgbClr val="8E7CC3"/>
            </a:solidFill>
            <a:prstDash val="solid"/>
            <a:round/>
            <a:headEnd type="none" w="med" len="med"/>
            <a:tailEnd type="non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3"/>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300"/>
              <a:t>Check the corresponding variable to hypothesis</a:t>
            </a:r>
            <a:endParaRPr sz="3300"/>
          </a:p>
        </p:txBody>
      </p:sp>
      <p:sp>
        <p:nvSpPr>
          <p:cNvPr id="294" name="Google Shape;294;p33"/>
          <p:cNvSpPr txBox="1"/>
          <p:nvPr/>
        </p:nvSpPr>
        <p:spPr>
          <a:xfrm>
            <a:off x="2026200" y="916400"/>
            <a:ext cx="5091600" cy="363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t>================================================</a:t>
            </a:r>
            <a:endParaRPr sz="1200"/>
          </a:p>
          <a:p>
            <a:pPr marL="0" lvl="0" indent="0" algn="l" rtl="0">
              <a:spcBef>
                <a:spcPts val="0"/>
              </a:spcBef>
              <a:spcAft>
                <a:spcPts val="0"/>
              </a:spcAft>
              <a:buNone/>
            </a:pPr>
            <a:r>
              <a:rPr lang="en" sz="1200"/>
              <a:t>                                     Model 1    </a:t>
            </a:r>
            <a:endParaRPr sz="1200"/>
          </a:p>
          <a:p>
            <a:pPr marL="0" lvl="0" indent="0" algn="l" rtl="0">
              <a:spcBef>
                <a:spcPts val="0"/>
              </a:spcBef>
              <a:spcAft>
                <a:spcPts val="0"/>
              </a:spcAft>
              <a:buNone/>
            </a:pPr>
            <a:r>
              <a:rPr lang="en" sz="1200"/>
              <a:t>------------------------------------------------------------------------------------</a:t>
            </a:r>
            <a:endParaRPr sz="1200"/>
          </a:p>
          <a:p>
            <a:pPr marL="0" lvl="0" indent="0" algn="l" rtl="0">
              <a:spcBef>
                <a:spcPts val="0"/>
              </a:spcBef>
              <a:spcAft>
                <a:spcPts val="0"/>
              </a:spcAft>
              <a:buNone/>
            </a:pPr>
            <a:r>
              <a:rPr lang="en" sz="1200"/>
              <a:t>constant friendship rate (period 1)     	6.66 ***	</a:t>
            </a:r>
            <a:r>
              <a:rPr lang="en" sz="1200">
                <a:solidFill>
                  <a:schemeClr val="dk1"/>
                </a:solidFill>
              </a:rPr>
              <a:t>(1.39)</a:t>
            </a:r>
            <a:endParaRPr sz="1200"/>
          </a:p>
          <a:p>
            <a:pPr marL="0" lvl="0" indent="0" algn="l" rtl="0">
              <a:spcBef>
                <a:spcPts val="0"/>
              </a:spcBef>
              <a:spcAft>
                <a:spcPts val="0"/>
              </a:spcAft>
              <a:buNone/>
            </a:pPr>
            <a:r>
              <a:rPr lang="en" sz="1200"/>
              <a:t>constant friendship rate (period 2)		5.36 ***	</a:t>
            </a:r>
            <a:r>
              <a:rPr lang="en" sz="1200">
                <a:solidFill>
                  <a:schemeClr val="dk1"/>
                </a:solidFill>
              </a:rPr>
              <a:t>(0.92) </a:t>
            </a:r>
            <a:endParaRPr sz="1200"/>
          </a:p>
          <a:p>
            <a:pPr marL="0" lvl="0" indent="0" algn="l" rtl="0">
              <a:spcBef>
                <a:spcPts val="0"/>
              </a:spcBef>
              <a:spcAft>
                <a:spcPts val="0"/>
              </a:spcAft>
              <a:buNone/>
            </a:pPr>
            <a:r>
              <a:rPr lang="en" sz="1200"/>
              <a:t>outdegree (density)                		-3.11 ***	</a:t>
            </a:r>
            <a:r>
              <a:rPr lang="en" sz="1200">
                <a:solidFill>
                  <a:schemeClr val="dk1"/>
                </a:solidFill>
              </a:rPr>
              <a:t>(0.20)</a:t>
            </a:r>
            <a:endParaRPr sz="1200"/>
          </a:p>
          <a:p>
            <a:pPr marL="0" lvl="0" indent="0" algn="l" rtl="0">
              <a:spcBef>
                <a:spcPts val="0"/>
              </a:spcBef>
              <a:spcAft>
                <a:spcPts val="0"/>
              </a:spcAft>
              <a:buNone/>
            </a:pPr>
            <a:r>
              <a:rPr lang="en" sz="1200"/>
              <a:t>reciprocity                             		2.44 ***	</a:t>
            </a:r>
            <a:r>
              <a:rPr lang="en" sz="1200">
                <a:solidFill>
                  <a:schemeClr val="dk1"/>
                </a:solidFill>
              </a:rPr>
              <a:t>(0.19) </a:t>
            </a:r>
            <a:endParaRPr sz="1200"/>
          </a:p>
          <a:p>
            <a:pPr marL="0" lvl="0" indent="0" algn="l" rtl="0">
              <a:spcBef>
                <a:spcPts val="0"/>
              </a:spcBef>
              <a:spcAft>
                <a:spcPts val="0"/>
              </a:spcAft>
              <a:buNone/>
            </a:pPr>
            <a:r>
              <a:rPr lang="en" sz="1200"/>
              <a:t>GWESP I -&gt; K -&gt; J (69)                  	1.52 ***	</a:t>
            </a:r>
            <a:r>
              <a:rPr lang="en" sz="1200">
                <a:solidFill>
                  <a:schemeClr val="dk1"/>
                </a:solidFill>
              </a:rPr>
              <a:t>(0.18)  </a:t>
            </a:r>
            <a:endParaRPr sz="1200"/>
          </a:p>
          <a:p>
            <a:pPr marL="0" lvl="0" indent="0" algn="l" rtl="0">
              <a:spcBef>
                <a:spcPts val="0"/>
              </a:spcBef>
              <a:spcAft>
                <a:spcPts val="0"/>
              </a:spcAft>
              <a:buNone/>
            </a:pPr>
            <a:r>
              <a:rPr lang="en" sz="1200"/>
              <a:t>drugbeh alter                           		0.07    	</a:t>
            </a:r>
            <a:r>
              <a:rPr lang="en" sz="1200">
                <a:solidFill>
                  <a:schemeClr val="dk1"/>
                </a:solidFill>
              </a:rPr>
              <a:t>(0.14) </a:t>
            </a:r>
            <a:endParaRPr sz="1200"/>
          </a:p>
          <a:p>
            <a:pPr marL="0" lvl="0" indent="0" algn="l" rtl="0">
              <a:spcBef>
                <a:spcPts val="0"/>
              </a:spcBef>
              <a:spcAft>
                <a:spcPts val="0"/>
              </a:spcAft>
              <a:buNone/>
            </a:pPr>
            <a:r>
              <a:rPr lang="en" sz="1200"/>
              <a:t>drugbeh ego                             		0.12    	</a:t>
            </a:r>
            <a:r>
              <a:rPr lang="en" sz="1200">
                <a:solidFill>
                  <a:schemeClr val="dk1"/>
                </a:solidFill>
              </a:rPr>
              <a:t>(0.14)</a:t>
            </a:r>
            <a:endParaRPr sz="1200"/>
          </a:p>
          <a:p>
            <a:pPr marL="0" lvl="0" indent="0" algn="l" rtl="0">
              <a:spcBef>
                <a:spcPts val="0"/>
              </a:spcBef>
              <a:spcAft>
                <a:spcPts val="0"/>
              </a:spcAft>
              <a:buNone/>
            </a:pPr>
            <a:r>
              <a:rPr lang="en" sz="1200"/>
              <a:t>same drugbeh                            		0.60 *  	</a:t>
            </a:r>
            <a:r>
              <a:rPr lang="en" sz="1200">
                <a:solidFill>
                  <a:schemeClr val="dk1"/>
                </a:solidFill>
              </a:rPr>
              <a:t>(0.28)</a:t>
            </a:r>
            <a:r>
              <a:rPr lang="en" sz="1200"/>
              <a:t>	  </a:t>
            </a:r>
            <a:endParaRPr sz="1200"/>
          </a:p>
          <a:p>
            <a:pPr marL="0" lvl="0" indent="0" algn="l" rtl="0">
              <a:spcBef>
                <a:spcPts val="0"/>
              </a:spcBef>
              <a:spcAft>
                <a:spcPts val="0"/>
              </a:spcAft>
              <a:buNone/>
            </a:pPr>
            <a:r>
              <a:rPr lang="en" sz="1200"/>
              <a:t>rate drugbeh (period 1)                 		0.54 *  	</a:t>
            </a:r>
            <a:r>
              <a:rPr lang="en" sz="1200">
                <a:solidFill>
                  <a:schemeClr val="dk1"/>
                </a:solidFill>
              </a:rPr>
              <a:t>(0.26)</a:t>
            </a:r>
            <a:endParaRPr sz="1200"/>
          </a:p>
          <a:p>
            <a:pPr marL="0" lvl="0" indent="0" algn="l" rtl="0">
              <a:spcBef>
                <a:spcPts val="0"/>
              </a:spcBef>
              <a:spcAft>
                <a:spcPts val="0"/>
              </a:spcAft>
              <a:buNone/>
            </a:pPr>
            <a:r>
              <a:rPr lang="en" sz="1200"/>
              <a:t>rate drugbeh (period 2)                 		1.59 *  	</a:t>
            </a:r>
            <a:r>
              <a:rPr lang="en" sz="1200">
                <a:solidFill>
                  <a:schemeClr val="dk1"/>
                </a:solidFill>
              </a:rPr>
              <a:t>(0.66)</a:t>
            </a:r>
            <a:endParaRPr sz="1200"/>
          </a:p>
          <a:p>
            <a:pPr marL="0" lvl="0" indent="0" algn="l" rtl="0">
              <a:spcBef>
                <a:spcPts val="0"/>
              </a:spcBef>
              <a:spcAft>
                <a:spcPts val="0"/>
              </a:spcAft>
              <a:buNone/>
            </a:pPr>
            <a:r>
              <a:rPr lang="en" sz="1200"/>
              <a:t>drugbeh linear shape                    		1.42    	</a:t>
            </a:r>
            <a:r>
              <a:rPr lang="en" sz="1200">
                <a:solidFill>
                  <a:schemeClr val="dk1"/>
                </a:solidFill>
              </a:rPr>
              <a:t>(2.00) </a:t>
            </a:r>
            <a:endParaRPr sz="1200"/>
          </a:p>
          <a:p>
            <a:pPr marL="0" lvl="0" indent="0" algn="l" rtl="0">
              <a:spcBef>
                <a:spcPts val="0"/>
              </a:spcBef>
              <a:spcAft>
                <a:spcPts val="0"/>
              </a:spcAft>
              <a:buNone/>
            </a:pPr>
            <a:r>
              <a:rPr lang="en" sz="1200"/>
              <a:t>drugbeh quadratic shape                	-0.16    	</a:t>
            </a:r>
            <a:r>
              <a:rPr lang="en" sz="1200">
                <a:solidFill>
                  <a:schemeClr val="dk1"/>
                </a:solidFill>
              </a:rPr>
              <a:t>(0.49)</a:t>
            </a:r>
            <a:endParaRPr sz="1200"/>
          </a:p>
          <a:p>
            <a:pPr marL="0" lvl="0" indent="0" algn="l" rtl="0">
              <a:spcBef>
                <a:spcPts val="0"/>
              </a:spcBef>
              <a:spcAft>
                <a:spcPts val="0"/>
              </a:spcAft>
              <a:buNone/>
            </a:pPr>
            <a:r>
              <a:rPr lang="en" sz="1200"/>
              <a:t>drugbeh total similarity                		5.75    	</a:t>
            </a:r>
            <a:r>
              <a:rPr lang="en" sz="1200">
                <a:solidFill>
                  <a:schemeClr val="dk1"/>
                </a:solidFill>
              </a:rPr>
              <a:t>(5.98)   </a:t>
            </a:r>
            <a:endParaRPr sz="1200"/>
          </a:p>
          <a:p>
            <a:pPr marL="0" lvl="0" indent="0" algn="l" rtl="0">
              <a:spcBef>
                <a:spcPts val="0"/>
              </a:spcBef>
              <a:spcAft>
                <a:spcPts val="0"/>
              </a:spcAft>
              <a:buNone/>
            </a:pPr>
            <a:r>
              <a:rPr lang="en" sz="1200"/>
              <a:t>-----------------------------------------------------------------------------------</a:t>
            </a:r>
            <a:endParaRPr sz="1200"/>
          </a:p>
          <a:p>
            <a:pPr marL="0" lvl="0" indent="0" algn="l" rtl="0">
              <a:spcBef>
                <a:spcPts val="0"/>
              </a:spcBef>
              <a:spcAft>
                <a:spcPts val="0"/>
              </a:spcAft>
              <a:buNone/>
            </a:pPr>
            <a:r>
              <a:rPr lang="en" sz="1200"/>
              <a:t>Iterations                           3141       </a:t>
            </a:r>
            <a:endParaRPr sz="1200"/>
          </a:p>
          <a:p>
            <a:pPr marL="0" lvl="0" indent="0" algn="l" rtl="0">
              <a:spcBef>
                <a:spcPts val="0"/>
              </a:spcBef>
              <a:spcAft>
                <a:spcPts val="0"/>
              </a:spcAft>
              <a:buNone/>
            </a:pPr>
            <a:r>
              <a:rPr lang="en" sz="1200"/>
              <a:t>================================================</a:t>
            </a:r>
            <a:endParaRPr sz="1200"/>
          </a:p>
          <a:p>
            <a:pPr marL="0" lvl="0" indent="0" algn="l" rtl="0">
              <a:spcBef>
                <a:spcPts val="0"/>
              </a:spcBef>
              <a:spcAft>
                <a:spcPts val="0"/>
              </a:spcAft>
              <a:buNone/>
            </a:pPr>
            <a:r>
              <a:rPr lang="en" sz="1200"/>
              <a:t>*** p &lt; 0.001, ** p &lt; 0.01, * p &lt; 0.05</a:t>
            </a:r>
            <a:endParaRPr sz="1200"/>
          </a:p>
        </p:txBody>
      </p:sp>
      <p:sp>
        <p:nvSpPr>
          <p:cNvPr id="295" name="Google Shape;295;p33"/>
          <p:cNvSpPr/>
          <p:nvPr/>
        </p:nvSpPr>
        <p:spPr>
          <a:xfrm>
            <a:off x="2106975" y="1921075"/>
            <a:ext cx="4127100" cy="161100"/>
          </a:xfrm>
          <a:prstGeom prst="rect">
            <a:avLst/>
          </a:prstGeom>
          <a:noFill/>
          <a:ln w="28575" cap="flat" cmpd="sng">
            <a:solidFill>
              <a:srgbClr val="4E2A8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3"/>
          <p:cNvSpPr txBox="1"/>
          <p:nvPr/>
        </p:nvSpPr>
        <p:spPr>
          <a:xfrm>
            <a:off x="6370500" y="1011300"/>
            <a:ext cx="2773500" cy="33240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AutoNum type="arabicPeriod"/>
            </a:pPr>
            <a:r>
              <a:rPr lang="en" i="1">
                <a:solidFill>
                  <a:schemeClr val="dk1"/>
                </a:solidFill>
                <a:latin typeface="Helvetica Neue Light"/>
                <a:ea typeface="Helvetica Neue Light"/>
                <a:cs typeface="Helvetica Neue Light"/>
                <a:sym typeface="Helvetica Neue Light"/>
              </a:rPr>
              <a:t>H1: The probability of having a friendship relation between students will be </a:t>
            </a:r>
            <a:r>
              <a:rPr lang="en" b="1" i="1" u="sng">
                <a:solidFill>
                  <a:schemeClr val="dk1"/>
                </a:solidFill>
                <a:latin typeface="Helvetica Neue"/>
                <a:ea typeface="Helvetica Neue"/>
                <a:cs typeface="Helvetica Neue"/>
                <a:sym typeface="Helvetica Neue"/>
              </a:rPr>
              <a:t>lower</a:t>
            </a:r>
            <a:r>
              <a:rPr lang="en" i="1">
                <a:solidFill>
                  <a:schemeClr val="dk1"/>
                </a:solidFill>
                <a:latin typeface="Helvetica Neue Light"/>
                <a:ea typeface="Helvetica Neue Light"/>
                <a:cs typeface="Helvetica Neue Light"/>
                <a:sym typeface="Helvetica Neue Light"/>
              </a:rPr>
              <a:t> </a:t>
            </a:r>
            <a:r>
              <a:rPr lang="en" b="1" i="1" u="sng">
                <a:solidFill>
                  <a:schemeClr val="dk1"/>
                </a:solidFill>
                <a:latin typeface="Helvetica Neue"/>
                <a:ea typeface="Helvetica Neue"/>
                <a:cs typeface="Helvetica Neue"/>
                <a:sym typeface="Helvetica Neue"/>
              </a:rPr>
              <a:t>over time</a:t>
            </a:r>
            <a:r>
              <a:rPr lang="en" i="1">
                <a:solidFill>
                  <a:schemeClr val="dk1"/>
                </a:solidFill>
                <a:latin typeface="Helvetica Neue Light"/>
                <a:ea typeface="Helvetica Neue Light"/>
                <a:cs typeface="Helvetica Neue Light"/>
                <a:sym typeface="Helvetica Neue Light"/>
              </a:rPr>
              <a:t> than expected by random chance.</a:t>
            </a:r>
            <a:endParaRPr i="1">
              <a:solidFill>
                <a:schemeClr val="dk1"/>
              </a:solidFill>
              <a:latin typeface="Helvetica Neue Light"/>
              <a:ea typeface="Helvetica Neue Light"/>
              <a:cs typeface="Helvetica Neue Light"/>
              <a:sym typeface="Helvetica Neue Light"/>
            </a:endParaRPr>
          </a:p>
          <a:p>
            <a:pPr marL="457200" lvl="0" indent="-317500" algn="l" rtl="0">
              <a:lnSpc>
                <a:spcPct val="115000"/>
              </a:lnSpc>
              <a:spcBef>
                <a:spcPts val="0"/>
              </a:spcBef>
              <a:spcAft>
                <a:spcPts val="0"/>
              </a:spcAft>
              <a:buClr>
                <a:schemeClr val="dk1"/>
              </a:buClr>
              <a:buSzPts val="1400"/>
              <a:buFont typeface="Helvetica Neue Light"/>
              <a:buAutoNum type="arabicPeriod"/>
            </a:pPr>
            <a:r>
              <a:rPr lang="en" i="1">
                <a:solidFill>
                  <a:schemeClr val="dk1"/>
                </a:solidFill>
                <a:latin typeface="Helvetica Neue Light"/>
                <a:ea typeface="Helvetica Neue Light"/>
                <a:cs typeface="Helvetica Neue Light"/>
                <a:sym typeface="Helvetica Neue Light"/>
              </a:rPr>
              <a:t>Check the p-value</a:t>
            </a:r>
            <a:endParaRPr i="1">
              <a:solidFill>
                <a:schemeClr val="dk1"/>
              </a:solidFill>
              <a:latin typeface="Helvetica Neue Light"/>
              <a:ea typeface="Helvetica Neue Light"/>
              <a:cs typeface="Helvetica Neue Light"/>
              <a:sym typeface="Helvetica Neue Light"/>
            </a:endParaRPr>
          </a:p>
          <a:p>
            <a:pPr marL="457200" lvl="0" indent="-317500" algn="l" rtl="0">
              <a:lnSpc>
                <a:spcPct val="115000"/>
              </a:lnSpc>
              <a:spcBef>
                <a:spcPts val="0"/>
              </a:spcBef>
              <a:spcAft>
                <a:spcPts val="0"/>
              </a:spcAft>
              <a:buClr>
                <a:schemeClr val="dk1"/>
              </a:buClr>
              <a:buSzPts val="1400"/>
              <a:buFont typeface="Helvetica Neue Light"/>
              <a:buAutoNum type="arabicPeriod"/>
            </a:pPr>
            <a:r>
              <a:rPr lang="en" i="1">
                <a:solidFill>
                  <a:schemeClr val="dk1"/>
                </a:solidFill>
                <a:latin typeface="Helvetica Neue Light"/>
                <a:ea typeface="Helvetica Neue Light"/>
                <a:cs typeface="Helvetica Neue Light"/>
                <a:sym typeface="Helvetica Neue Light"/>
              </a:rPr>
              <a:t>Check the sign (whether your hypothesis and sign match)</a:t>
            </a:r>
            <a:endParaRPr i="1">
              <a:solidFill>
                <a:schemeClr val="dk1"/>
              </a:solidFill>
              <a:latin typeface="Helvetica Neue Light"/>
              <a:ea typeface="Helvetica Neue Light"/>
              <a:cs typeface="Helvetica Neue Light"/>
              <a:sym typeface="Helvetica Neue Light"/>
            </a:endParaRPr>
          </a:p>
          <a:p>
            <a:pPr marL="457200" lvl="0" indent="-317500" algn="l" rtl="0">
              <a:lnSpc>
                <a:spcPct val="115000"/>
              </a:lnSpc>
              <a:spcBef>
                <a:spcPts val="0"/>
              </a:spcBef>
              <a:spcAft>
                <a:spcPts val="0"/>
              </a:spcAft>
              <a:buClr>
                <a:schemeClr val="dk1"/>
              </a:buClr>
              <a:buSzPts val="1400"/>
              <a:buFont typeface="Helvetica Neue Light"/>
              <a:buAutoNum type="arabicPeriod"/>
            </a:pPr>
            <a:r>
              <a:rPr lang="en" i="1">
                <a:solidFill>
                  <a:schemeClr val="dk1"/>
                </a:solidFill>
                <a:latin typeface="Helvetica Neue Light"/>
                <a:ea typeface="Helvetica Neue Light"/>
                <a:cs typeface="Helvetica Neue Light"/>
                <a:sym typeface="Helvetica Neue Light"/>
              </a:rPr>
              <a:t>Interpret the estimate converting into either a probability ratio or probability</a:t>
            </a:r>
            <a:endParaRPr i="1">
              <a:solidFill>
                <a:schemeClr val="dk1"/>
              </a:solidFill>
              <a:latin typeface="Helvetica Neue Light"/>
              <a:ea typeface="Helvetica Neue Light"/>
              <a:cs typeface="Helvetica Neue Light"/>
              <a:sym typeface="Helvetica Neue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4"/>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Interpret the Estimate of Density</a:t>
            </a:r>
            <a:endParaRPr/>
          </a:p>
        </p:txBody>
      </p:sp>
      <p:sp>
        <p:nvSpPr>
          <p:cNvPr id="302" name="Google Shape;302;p34"/>
          <p:cNvSpPr txBox="1">
            <a:spLocks noGrp="1"/>
          </p:cNvSpPr>
          <p:nvPr>
            <p:ph type="body" idx="1"/>
          </p:nvPr>
        </p:nvSpPr>
        <p:spPr>
          <a:xfrm>
            <a:off x="0" y="764000"/>
            <a:ext cx="9144000" cy="29199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None/>
            </a:pPr>
            <a:r>
              <a:rPr lang="en" sz="2400"/>
              <a:t>Run exp(-3.11)</a:t>
            </a:r>
            <a:endParaRPr sz="2400"/>
          </a:p>
          <a:p>
            <a:pPr marL="0" lvl="0" indent="457200" algn="l" rtl="0">
              <a:spcBef>
                <a:spcPts val="1000"/>
              </a:spcBef>
              <a:spcAft>
                <a:spcPts val="0"/>
              </a:spcAft>
              <a:buNone/>
            </a:pPr>
            <a:r>
              <a:rPr lang="en" sz="2400"/>
              <a:t>→ 0.04460096</a:t>
            </a:r>
            <a:endParaRPr sz="2400"/>
          </a:p>
          <a:p>
            <a:pPr marL="0" lvl="0" indent="0" algn="l" rtl="0">
              <a:spcBef>
                <a:spcPts val="1000"/>
              </a:spcBef>
              <a:spcAft>
                <a:spcPts val="0"/>
              </a:spcAft>
              <a:buNone/>
            </a:pPr>
            <a:endParaRPr sz="2400"/>
          </a:p>
          <a:p>
            <a:pPr marL="457200" lvl="0" indent="-381000" algn="l" rtl="0">
              <a:spcBef>
                <a:spcPts val="1000"/>
              </a:spcBef>
              <a:spcAft>
                <a:spcPts val="0"/>
              </a:spcAft>
              <a:buSzPts val="2400"/>
              <a:buChar char="•"/>
            </a:pPr>
            <a:r>
              <a:rPr lang="en" sz="2400"/>
              <a:t>Exponential: </a:t>
            </a:r>
            <a:r>
              <a:rPr lang="en" sz="2400" b="1">
                <a:latin typeface="Helvetica Neue"/>
                <a:ea typeface="Helvetica Neue"/>
                <a:cs typeface="Helvetica Neue"/>
                <a:sym typeface="Helvetica Neue"/>
              </a:rPr>
              <a:t>probability ratio </a:t>
            </a:r>
            <a:r>
              <a:rPr lang="en" sz="2000" b="1">
                <a:latin typeface="Helvetica Neue"/>
                <a:ea typeface="Helvetica Neue"/>
                <a:cs typeface="Helvetica Neue"/>
                <a:sym typeface="Helvetica Neue"/>
              </a:rPr>
              <a:t>(if a probability ratio is 1, probabilities are even)</a:t>
            </a:r>
            <a:endParaRPr sz="2000" b="1">
              <a:latin typeface="Helvetica Neue"/>
              <a:ea typeface="Helvetica Neue"/>
              <a:cs typeface="Helvetica Neue"/>
              <a:sym typeface="Helvetica Neue"/>
            </a:endParaRPr>
          </a:p>
          <a:p>
            <a:pPr marL="914400" lvl="1" indent="-381000" algn="l" rtl="0">
              <a:spcBef>
                <a:spcPts val="0"/>
              </a:spcBef>
              <a:spcAft>
                <a:spcPts val="0"/>
              </a:spcAft>
              <a:buSzPts val="2400"/>
              <a:buChar char="•"/>
            </a:pPr>
            <a:r>
              <a:rPr lang="en"/>
              <a:t>The probability of individuals reporting a friendship tie is </a:t>
            </a:r>
            <a:r>
              <a:rPr lang="en" u="sng"/>
              <a:t>0.04 times lower</a:t>
            </a:r>
            <a:r>
              <a:rPr lang="en"/>
              <a:t> than random chance over time. </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5"/>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Interpret the Estimate of Density</a:t>
            </a:r>
            <a:endParaRPr/>
          </a:p>
        </p:txBody>
      </p:sp>
      <p:sp>
        <p:nvSpPr>
          <p:cNvPr id="308" name="Google Shape;308;p35"/>
          <p:cNvSpPr txBox="1">
            <a:spLocks noGrp="1"/>
          </p:cNvSpPr>
          <p:nvPr>
            <p:ph type="body" idx="1"/>
          </p:nvPr>
        </p:nvSpPr>
        <p:spPr>
          <a:xfrm>
            <a:off x="0" y="764006"/>
            <a:ext cx="9144000" cy="40032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None/>
            </a:pPr>
            <a:r>
              <a:rPr lang="en" sz="2400"/>
              <a:t>Run exp(-3.11)/(1+exp(-3.11))</a:t>
            </a:r>
            <a:endParaRPr sz="2400"/>
          </a:p>
          <a:p>
            <a:pPr marL="0" lvl="0" indent="457200" algn="l" rtl="0">
              <a:spcBef>
                <a:spcPts val="1000"/>
              </a:spcBef>
              <a:spcAft>
                <a:spcPts val="0"/>
              </a:spcAft>
              <a:buNone/>
            </a:pPr>
            <a:r>
              <a:rPr lang="en" sz="2400"/>
              <a:t>→ 0.04269664</a:t>
            </a:r>
            <a:endParaRPr sz="2400"/>
          </a:p>
          <a:p>
            <a:pPr marL="0" lvl="0" indent="0" algn="l" rtl="0">
              <a:spcBef>
                <a:spcPts val="1000"/>
              </a:spcBef>
              <a:spcAft>
                <a:spcPts val="0"/>
              </a:spcAft>
              <a:buNone/>
            </a:pPr>
            <a:endParaRPr sz="2400"/>
          </a:p>
          <a:p>
            <a:pPr marL="457200" lvl="0" indent="-381000" algn="l" rtl="0">
              <a:spcBef>
                <a:spcPts val="1000"/>
              </a:spcBef>
              <a:spcAft>
                <a:spcPts val="0"/>
              </a:spcAft>
              <a:buSzPts val="2400"/>
              <a:buChar char="•"/>
            </a:pPr>
            <a:r>
              <a:rPr lang="en" sz="2400"/>
              <a:t>Inverse logit (plogis): </a:t>
            </a:r>
            <a:r>
              <a:rPr lang="en" sz="2400" b="1">
                <a:latin typeface="Helvetica Neue"/>
                <a:ea typeface="Helvetica Neue"/>
                <a:cs typeface="Helvetica Neue"/>
                <a:sym typeface="Helvetica Neue"/>
              </a:rPr>
              <a:t>probability </a:t>
            </a:r>
            <a:r>
              <a:rPr lang="en" sz="2000" b="1">
                <a:latin typeface="Helvetica Neue"/>
                <a:ea typeface="Helvetica Neue"/>
                <a:cs typeface="Helvetica Neue"/>
                <a:sym typeface="Helvetica Neue"/>
              </a:rPr>
              <a:t>(random chance is 50%)</a:t>
            </a:r>
            <a:endParaRPr sz="2000" b="1">
              <a:latin typeface="Helvetica Neue"/>
              <a:ea typeface="Helvetica Neue"/>
              <a:cs typeface="Helvetica Neue"/>
              <a:sym typeface="Helvetica Neue"/>
            </a:endParaRPr>
          </a:p>
          <a:p>
            <a:pPr marL="914400" lvl="1" indent="-381000" algn="l" rtl="0">
              <a:spcBef>
                <a:spcPts val="0"/>
              </a:spcBef>
              <a:spcAft>
                <a:spcPts val="0"/>
              </a:spcAft>
              <a:buSzPts val="2400"/>
              <a:buChar char="•"/>
            </a:pPr>
            <a:r>
              <a:rPr lang="en"/>
              <a:t>The probability of having a friendship tie between students in the network is </a:t>
            </a:r>
            <a:r>
              <a:rPr lang="en" u="sng"/>
              <a:t>4% over three years</a:t>
            </a:r>
            <a:r>
              <a:rPr lang="en"/>
              <a:t>.</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6"/>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Goodness-of-fit Test</a:t>
            </a:r>
            <a:endParaRPr/>
          </a:p>
        </p:txBody>
      </p:sp>
      <p:sp>
        <p:nvSpPr>
          <p:cNvPr id="314" name="Google Shape;314;p36"/>
          <p:cNvSpPr txBox="1">
            <a:spLocks noGrp="1"/>
          </p:cNvSpPr>
          <p:nvPr>
            <p:ph type="body" idx="1"/>
          </p:nvPr>
        </p:nvSpPr>
        <p:spPr>
          <a:xfrm>
            <a:off x="0" y="764006"/>
            <a:ext cx="9144000" cy="4003200"/>
          </a:xfrm>
          <a:prstGeom prst="rect">
            <a:avLst/>
          </a:prstGeom>
        </p:spPr>
        <p:txBody>
          <a:bodyPr spcFirstLastPara="1" wrap="square" lIns="91425" tIns="91425" rIns="91425" bIns="91425" anchor="t" anchorCtr="0">
            <a:noAutofit/>
          </a:bodyPr>
          <a:lstStyle/>
          <a:p>
            <a:pPr marL="457200" lvl="0" indent="-406400" algn="l" rtl="0">
              <a:spcBef>
                <a:spcPts val="1000"/>
              </a:spcBef>
              <a:spcAft>
                <a:spcPts val="0"/>
              </a:spcAft>
              <a:buSzPts val="2800"/>
              <a:buFont typeface="Helvetica Neue"/>
              <a:buChar char="•"/>
            </a:pPr>
            <a:r>
              <a:rPr lang="en" b="1">
                <a:latin typeface="Helvetica Neue"/>
                <a:ea typeface="Helvetica Neue"/>
                <a:cs typeface="Helvetica Neue"/>
                <a:sym typeface="Helvetica Neue"/>
              </a:rPr>
              <a:t>Does my model (i.e., the results of SAOM) fit well with my network data?</a:t>
            </a:r>
            <a:endParaRPr b="1">
              <a:latin typeface="Helvetica Neue"/>
              <a:ea typeface="Helvetica Neue"/>
              <a:cs typeface="Helvetica Neue"/>
              <a:sym typeface="Helvetica Neue"/>
            </a:endParaRPr>
          </a:p>
          <a:p>
            <a:pPr marL="457200" lvl="0" indent="-406400" algn="l" rtl="0">
              <a:spcBef>
                <a:spcPts val="0"/>
              </a:spcBef>
              <a:spcAft>
                <a:spcPts val="0"/>
              </a:spcAft>
              <a:buSzPts val="2800"/>
              <a:buChar char="•"/>
            </a:pPr>
            <a:r>
              <a:rPr lang="en"/>
              <a:t>Think of a goodness-of-fit test as R-squared in regression</a:t>
            </a:r>
            <a:endParaRPr/>
          </a:p>
        </p:txBody>
      </p:sp>
      <p:pic>
        <p:nvPicPr>
          <p:cNvPr id="315" name="Google Shape;315;p36"/>
          <p:cNvPicPr preferRelativeResize="0"/>
          <p:nvPr/>
        </p:nvPicPr>
        <p:blipFill>
          <a:blip r:embed="rId3">
            <a:alphaModFix/>
          </a:blip>
          <a:stretch>
            <a:fillRect/>
          </a:stretch>
        </p:blipFill>
        <p:spPr>
          <a:xfrm>
            <a:off x="2292875" y="2205600"/>
            <a:ext cx="4558250" cy="2561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7"/>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Goodness-of-fit Test of Indegree</a:t>
            </a:r>
            <a:endParaRPr/>
          </a:p>
        </p:txBody>
      </p:sp>
      <p:pic>
        <p:nvPicPr>
          <p:cNvPr id="321" name="Google Shape;321;p37"/>
          <p:cNvPicPr preferRelativeResize="0"/>
          <p:nvPr/>
        </p:nvPicPr>
        <p:blipFill>
          <a:blip r:embed="rId3">
            <a:alphaModFix/>
          </a:blip>
          <a:stretch>
            <a:fillRect/>
          </a:stretch>
        </p:blipFill>
        <p:spPr>
          <a:xfrm>
            <a:off x="2190750" y="916400"/>
            <a:ext cx="4762500" cy="3810000"/>
          </a:xfrm>
          <a:prstGeom prst="rect">
            <a:avLst/>
          </a:prstGeom>
          <a:noFill/>
          <a:ln>
            <a:noFill/>
          </a:ln>
        </p:spPr>
      </p:pic>
      <p:sp>
        <p:nvSpPr>
          <p:cNvPr id="322" name="Google Shape;322;p37"/>
          <p:cNvSpPr/>
          <p:nvPr/>
        </p:nvSpPr>
        <p:spPr>
          <a:xfrm>
            <a:off x="4213950" y="4387475"/>
            <a:ext cx="842700" cy="272700"/>
          </a:xfrm>
          <a:prstGeom prst="rect">
            <a:avLst/>
          </a:prstGeom>
          <a:noFill/>
          <a:ln w="28575" cap="flat" cmpd="sng">
            <a:solidFill>
              <a:srgbClr val="4E2A8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7"/>
          <p:cNvSpPr txBox="1"/>
          <p:nvPr/>
        </p:nvSpPr>
        <p:spPr>
          <a:xfrm>
            <a:off x="5388600" y="4313100"/>
            <a:ext cx="3755400" cy="7311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4E2A84"/>
                </a:solidFill>
                <a:latin typeface="Helvetica Neue"/>
                <a:ea typeface="Helvetica Neue"/>
                <a:cs typeface="Helvetica Neue"/>
                <a:sym typeface="Helvetica Neue"/>
              </a:rPr>
              <a:t>If </a:t>
            </a:r>
            <a:r>
              <a:rPr lang="en" b="1" u="sng">
                <a:solidFill>
                  <a:srgbClr val="4E2A84"/>
                </a:solidFill>
                <a:latin typeface="Helvetica Neue"/>
                <a:ea typeface="Helvetica Neue"/>
                <a:cs typeface="Helvetica Neue"/>
                <a:sym typeface="Helvetica Neue"/>
              </a:rPr>
              <a:t>p &gt; .05</a:t>
            </a:r>
            <a:r>
              <a:rPr lang="en" b="1">
                <a:solidFill>
                  <a:srgbClr val="4E2A84"/>
                </a:solidFill>
                <a:latin typeface="Helvetica Neue"/>
                <a:ea typeface="Helvetica Neue"/>
                <a:cs typeface="Helvetica Neue"/>
                <a:sym typeface="Helvetica Neue"/>
              </a:rPr>
              <a:t>, it indicates that the model fits well with the original network in terms of the in-degree distribution</a:t>
            </a:r>
            <a:endParaRPr b="1">
              <a:solidFill>
                <a:srgbClr val="4E2A84"/>
              </a:solidFill>
              <a:latin typeface="Helvetica Neue"/>
              <a:ea typeface="Helvetica Neue"/>
              <a:cs typeface="Helvetica Neue"/>
              <a:sym typeface="Helvetica Neue"/>
            </a:endParaRPr>
          </a:p>
        </p:txBody>
      </p:sp>
      <p:sp>
        <p:nvSpPr>
          <p:cNvPr id="324" name="Google Shape;324;p37"/>
          <p:cNvSpPr txBox="1"/>
          <p:nvPr/>
        </p:nvSpPr>
        <p:spPr>
          <a:xfrm>
            <a:off x="0" y="2012875"/>
            <a:ext cx="2190600" cy="16608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rgbClr val="FF0000"/>
              </a:buClr>
              <a:buSzPts val="1400"/>
              <a:buFont typeface="Helvetica Neue Light"/>
              <a:buChar char="●"/>
            </a:pPr>
            <a:r>
              <a:rPr lang="en">
                <a:solidFill>
                  <a:srgbClr val="FF0000"/>
                </a:solidFill>
                <a:latin typeface="Helvetica Neue Light"/>
                <a:ea typeface="Helvetica Neue Light"/>
                <a:cs typeface="Helvetica Neue Light"/>
                <a:sym typeface="Helvetica Neue Light"/>
              </a:rPr>
              <a:t>Red dots and line indicate the original network values</a:t>
            </a:r>
            <a:endParaRPr>
              <a:solidFill>
                <a:srgbClr val="FF0000"/>
              </a:solidFill>
              <a:latin typeface="Helvetica Neue Light"/>
              <a:ea typeface="Helvetica Neue Light"/>
              <a:cs typeface="Helvetica Neue Light"/>
              <a:sym typeface="Helvetica Neue Light"/>
            </a:endParaRPr>
          </a:p>
          <a:p>
            <a:pPr marL="457200" lvl="0" indent="-317500" algn="l" rtl="0">
              <a:spcBef>
                <a:spcPts val="0"/>
              </a:spcBef>
              <a:spcAft>
                <a:spcPts val="0"/>
              </a:spcAft>
              <a:buClr>
                <a:srgbClr val="666666"/>
              </a:buClr>
              <a:buSzPts val="1400"/>
              <a:buFont typeface="Helvetica Neue Light"/>
              <a:buChar char="●"/>
            </a:pPr>
            <a:r>
              <a:rPr lang="en">
                <a:solidFill>
                  <a:srgbClr val="666666"/>
                </a:solidFill>
                <a:latin typeface="Helvetica Neue Light"/>
                <a:ea typeface="Helvetica Neue Light"/>
                <a:cs typeface="Helvetica Neue Light"/>
                <a:sym typeface="Helvetica Neue Light"/>
              </a:rPr>
              <a:t>Grey dot lines indicate 95% confidence intervals</a:t>
            </a:r>
            <a:endParaRPr>
              <a:solidFill>
                <a:srgbClr val="666666"/>
              </a:solidFill>
              <a:latin typeface="Helvetica Neue Light"/>
              <a:ea typeface="Helvetica Neue Light"/>
              <a:cs typeface="Helvetica Neue Light"/>
              <a:sym typeface="Helvetica Neue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8"/>
          <p:cNvSpPr txBox="1">
            <a:spLocks noGrp="1"/>
          </p:cNvSpPr>
          <p:nvPr>
            <p:ph type="title"/>
          </p:nvPr>
        </p:nvSpPr>
        <p:spPr>
          <a:xfrm>
            <a:off x="0" y="226395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t>Q &amp; A</a:t>
            </a:r>
            <a:endParaRPr b="1"/>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2836</Words>
  <Application>Microsoft Office PowerPoint</Application>
  <PresentationFormat>On-screen Show (16:9)</PresentationFormat>
  <Paragraphs>262</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Helvetica Neue Light</vt:lpstr>
      <vt:lpstr>Helvetica Neue</vt:lpstr>
      <vt:lpstr>Arial</vt:lpstr>
      <vt:lpstr>Calibri</vt:lpstr>
      <vt:lpstr>Office Theme</vt:lpstr>
      <vt:lpstr>Lab 4a</vt:lpstr>
      <vt:lpstr>Reminder about Lab 4</vt:lpstr>
      <vt:lpstr>SAOM → RSiena</vt:lpstr>
      <vt:lpstr>Dataset</vt:lpstr>
      <vt:lpstr>Part I - Hypothesis Construction</vt:lpstr>
      <vt:lpstr>Constructing Hypotheses</vt:lpstr>
      <vt:lpstr>Part II - Hypothesis Testing</vt:lpstr>
      <vt:lpstr>Interpreting Visualizations</vt:lpstr>
      <vt:lpstr>s50_3_init.out/.txt</vt:lpstr>
      <vt:lpstr>s50_3_init.out/.txt</vt:lpstr>
      <vt:lpstr>s50_3_init.out/.txt</vt:lpstr>
      <vt:lpstr>s50_3_init.out/.txt</vt:lpstr>
      <vt:lpstr>s50_3_init.out/.txt</vt:lpstr>
      <vt:lpstr>Testing Hypotheses</vt:lpstr>
      <vt:lpstr>If you run ans1</vt:lpstr>
      <vt:lpstr>Once you confirm the convergence</vt:lpstr>
      <vt:lpstr>Check the corresponding variable to hypothesis</vt:lpstr>
      <vt:lpstr>Interpret the Estimate of Density</vt:lpstr>
      <vt:lpstr>Interpret the Estimate of Density</vt:lpstr>
      <vt:lpstr>Goodness-of-fit Test</vt:lpstr>
      <vt:lpstr>Goodness-of-fit Test of Indegree</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4a</dc:title>
  <cp:lastModifiedBy>Vsevolod Suschevskiy</cp:lastModifiedBy>
  <cp:revision>1</cp:revision>
  <dcterms:modified xsi:type="dcterms:W3CDTF">2024-05-02T03:52:21Z</dcterms:modified>
</cp:coreProperties>
</file>