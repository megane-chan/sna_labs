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Helvetica Neue" panose="020B0604020202020204" charset="0"/>
      <p:regular r:id="rId19"/>
      <p:bold r:id="rId20"/>
      <p:italic r:id="rId21"/>
      <p:boldItalic r:id="rId22"/>
    </p:embeddedFont>
    <p:embeddedFont>
      <p:font typeface="Helvetica Neue Light" panose="020B0604020202020204" charset="0"/>
      <p:regular r:id="rId23"/>
      <p:bold r:id="rId24"/>
      <p:italic r:id="rId25"/>
      <p:boldItalic r:id="rId26"/>
    </p:embeddedFont>
    <p:embeddedFont>
      <p:font typeface="Roboto" panose="020000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86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6" d="100"/>
          <a:sy n="136" d="100"/>
        </p:scale>
        <p:origin x="88" y="120"/>
      </p:cViewPr>
      <p:guideLst>
        <p:guide orient="horz" pos="1620"/>
        <p:guide pos="2880"/>
        <p:guide orient="horz" pos="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sevolod Suschevskiy" userId="e8201536-76f1-4db2-b31d-df1aeee78554" providerId="ADAL" clId="{11EEF02B-12A0-4D71-9B5E-54E09B3CE890}"/>
    <pc:docChg chg="modSld">
      <pc:chgData name="Vsevolod Suschevskiy" userId="e8201536-76f1-4db2-b31d-df1aeee78554" providerId="ADAL" clId="{11EEF02B-12A0-4D71-9B5E-54E09B3CE890}" dt="2024-05-02T03:52:56.464" v="6" actId="20577"/>
      <pc:docMkLst>
        <pc:docMk/>
      </pc:docMkLst>
      <pc:sldChg chg="modSp mod">
        <pc:chgData name="Vsevolod Suschevskiy" userId="e8201536-76f1-4db2-b31d-df1aeee78554" providerId="ADAL" clId="{11EEF02B-12A0-4D71-9B5E-54E09B3CE890}" dt="2024-05-02T03:51:35.983" v="1" actId="20577"/>
        <pc:sldMkLst>
          <pc:docMk/>
          <pc:sldMk cId="0" sldId="256"/>
        </pc:sldMkLst>
        <pc:spChg chg="mod">
          <ac:chgData name="Vsevolod Suschevskiy" userId="e8201536-76f1-4db2-b31d-df1aeee78554" providerId="ADAL" clId="{11EEF02B-12A0-4D71-9B5E-54E09B3CE890}" dt="2024-05-02T03:51:35.983" v="1" actId="20577"/>
          <ac:spMkLst>
            <pc:docMk/>
            <pc:sldMk cId="0" sldId="256"/>
            <ac:spMk id="98" creationId="{00000000-0000-0000-0000-000000000000}"/>
          </ac:spMkLst>
        </pc:spChg>
      </pc:sldChg>
      <pc:sldChg chg="modSp mod">
        <pc:chgData name="Vsevolod Suschevskiy" userId="e8201536-76f1-4db2-b31d-df1aeee78554" providerId="ADAL" clId="{11EEF02B-12A0-4D71-9B5E-54E09B3CE890}" dt="2024-05-02T03:52:56.464" v="6" actId="20577"/>
        <pc:sldMkLst>
          <pc:docMk/>
          <pc:sldMk cId="0" sldId="257"/>
        </pc:sldMkLst>
        <pc:spChg chg="mod">
          <ac:chgData name="Vsevolod Suschevskiy" userId="e8201536-76f1-4db2-b31d-df1aeee78554" providerId="ADAL" clId="{11EEF02B-12A0-4D71-9B5E-54E09B3CE890}" dt="2024-05-02T03:51:40.269" v="2" actId="20577"/>
          <ac:spMkLst>
            <pc:docMk/>
            <pc:sldMk cId="0" sldId="257"/>
            <ac:spMk id="104" creationId="{00000000-0000-0000-0000-000000000000}"/>
          </ac:spMkLst>
        </pc:spChg>
        <pc:spChg chg="mod">
          <ac:chgData name="Vsevolod Suschevskiy" userId="e8201536-76f1-4db2-b31d-df1aeee78554" providerId="ADAL" clId="{11EEF02B-12A0-4D71-9B5E-54E09B3CE890}" dt="2024-05-02T03:52:56.464" v="6" actId="20577"/>
          <ac:spMkLst>
            <pc:docMk/>
            <pc:sldMk cId="0" sldId="257"/>
            <ac:spMk id="10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7fe62e696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7fe62e696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830d9aea4e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830d9aea4e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86035dfcca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86035dfcca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SAOM is better for understanding network evolution (panel data instead of timestamp data)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a887d925d2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a887d925d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this assignment, we’re going to use data from the MTS experiment we talked about in lecture last week. MTS stands for multi-team system. Noshir and a team of his researchers conducted a large-scale experiment involving 20 multi-team systems, but in this lab assignment we only analyze one MTS. However one MTS includes 20 different people who are divided into 4 teams. </a:t>
            </a:r>
            <a:endParaRPr/>
          </a:p>
          <a:p>
            <a:pPr marL="0" lvl="0" indent="0" algn="l" rtl="0">
              <a:spcBef>
                <a:spcPts val="0"/>
              </a:spcBef>
              <a:spcAft>
                <a:spcPts val="0"/>
              </a:spcAft>
              <a:buNone/>
            </a:pPr>
            <a:endParaRPr/>
          </a:p>
          <a:p>
            <a:pPr marL="0" lvl="0" indent="0" algn="l" rtl="0">
              <a:spcBef>
                <a:spcPts val="0"/>
              </a:spcBef>
              <a:spcAft>
                <a:spcPts val="0"/>
              </a:spcAft>
              <a:buNone/>
            </a:pPr>
            <a:r>
              <a:rPr lang="en"/>
              <a:t>Relational events are based on their Skype communication. So while they were completing their task of leading a humanitarian convoy through a hostile region, they were chatting using Skype - each skype message from person A to person B is considered a relational event.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86035dfcca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186035dfcc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86035dfcc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86035dfcc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Similar to SAOM, make sure to include two things in your Hypothesis statements: (1) indicate a relation and (2) ensure that your statement corresponds to the appropriate notion/concept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To describe this more concretely, the first hypothesis (H1a) is given to you in the assignment and it pertains to the notion of repetition. This is captured by the model term RSndSnd - that is, a person “i” sending multiple messages in a sequence. If you see a positive estimate of this term, there is a high likelihood of i sending messages to the same person again and again. If you see a negative estimate, there is a low likelihood of i sending messages to the same person again and again.</a:t>
            </a:r>
            <a:endParaRPr/>
          </a:p>
          <a:p>
            <a:pPr marL="0" lvl="0" indent="0" algn="l" rtl="0">
              <a:spcBef>
                <a:spcPts val="0"/>
              </a:spcBef>
              <a:spcAft>
                <a:spcPts val="0"/>
              </a:spcAft>
              <a:buNone/>
            </a:pPr>
            <a:endParaRPr/>
          </a:p>
          <a:p>
            <a:pPr marL="0" lvl="0" indent="0" algn="l" rtl="0">
              <a:spcBef>
                <a:spcPts val="0"/>
              </a:spcBef>
              <a:spcAft>
                <a:spcPts val="0"/>
              </a:spcAft>
              <a:buNone/>
            </a:pPr>
            <a:r>
              <a:rPr lang="en"/>
              <a:t>Given this definition of the term, you might define a hypothesis like this: (given)</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86035dfcca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86035dfcca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95a3f4df28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95a3f4df28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I’ve shown you this flow chart many times now, so hopefully you’re familiar with it now. Hypothesis testing for REM will follow the same logic as ERGMs and SAOMs.</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To test some specific hypothesis, you will include some relevant variables in your model, check the p-value to gauge significance, and if significant, you’ll check the sign on the estimate, support/reject your hypothesis and interpret the result. </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a887d925d2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a887d925d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Now, just to make sure you all understand how to read REM output, here’s example output.</a:t>
            </a:r>
            <a:endParaRPr/>
          </a:p>
          <a:p>
            <a:pPr marL="0" lvl="0" indent="0" algn="l" rtl="0">
              <a:spcBef>
                <a:spcPts val="0"/>
              </a:spcBef>
              <a:spcAft>
                <a:spcPts val="0"/>
              </a:spcAft>
              <a:buNone/>
            </a:pPr>
            <a:endParaRPr/>
          </a:p>
          <a:p>
            <a:pPr marL="0" lvl="0" indent="0" algn="l" rtl="0">
              <a:spcBef>
                <a:spcPts val="0"/>
              </a:spcBef>
              <a:spcAft>
                <a:spcPts val="0"/>
              </a:spcAft>
              <a:buNone/>
            </a:pPr>
            <a:r>
              <a:rPr lang="en"/>
              <a:t>First, we see three parameters here - the intercept, RRecSnd, and RSndSnd. The intercept is a constant, so basically we have two sequential structural signatures here - RSndSnd pertains to Hypothesis 1a and RRecSnd pertains to Hypothesis 1b.</a:t>
            </a:r>
            <a:endParaRPr/>
          </a:p>
          <a:p>
            <a:pPr marL="0" lvl="0" indent="0" algn="l" rtl="0">
              <a:spcBef>
                <a:spcPts val="0"/>
              </a:spcBef>
              <a:spcAft>
                <a:spcPts val="0"/>
              </a:spcAft>
              <a:buNone/>
            </a:pPr>
            <a:endParaRPr/>
          </a:p>
          <a:p>
            <a:pPr marL="0" lvl="0" indent="0" algn="l" rtl="0">
              <a:spcBef>
                <a:spcPts val="0"/>
              </a:spcBef>
              <a:spcAft>
                <a:spcPts val="0"/>
              </a:spcAft>
              <a:buNone/>
            </a:pPr>
            <a:r>
              <a:rPr lang="en"/>
              <a:t>Next you see the estimates. In this case, these estimates are based on the log-Hazard ratio. I’ll explain that more in a second.</a:t>
            </a:r>
            <a:endParaRPr/>
          </a:p>
          <a:p>
            <a:pPr marL="0" lvl="0" indent="0" algn="l" rtl="0">
              <a:spcBef>
                <a:spcPts val="0"/>
              </a:spcBef>
              <a:spcAft>
                <a:spcPts val="0"/>
              </a:spcAft>
              <a:buNone/>
            </a:pPr>
            <a:endParaRPr/>
          </a:p>
          <a:p>
            <a:pPr marL="0" lvl="0" indent="0" algn="l" rtl="0">
              <a:spcBef>
                <a:spcPts val="0"/>
              </a:spcBef>
              <a:spcAft>
                <a:spcPts val="0"/>
              </a:spcAft>
              <a:buNone/>
            </a:pPr>
            <a:r>
              <a:rPr lang="en"/>
              <a:t>Next, you see the standard errors associated with these estimates, the Z-statistics, and the p-values. So basically the Z-statistic is testing whether these estimates are different from zero. If the p-values are less than 0.05, then these estimates are different from zero and we should interpret the estimate.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a887d925d2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a887d925d2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Ok so let’s interpret one of these variables here. One of the questions in the assignment is to interpret the sign of the coefficient as well as the significance.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a887d925d2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a887d925d2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this case, the positive sign supports the hypothesis.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a887d925d2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a887d925d2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Now we need to interpret the estimate. But before that, you need to know what a hazard ratio is. The hazard ratio is often used in the medical field, because they’re often interested in modeling whether an event (e.g., death) will occur given historical information. </a:t>
            </a:r>
            <a:endParaRPr/>
          </a:p>
          <a:p>
            <a:pPr marL="0" lvl="0" indent="0" algn="l" rtl="0">
              <a:spcBef>
                <a:spcPts val="0"/>
              </a:spcBef>
              <a:spcAft>
                <a:spcPts val="0"/>
              </a:spcAft>
              <a:buNone/>
            </a:pPr>
            <a:r>
              <a:rPr lang="en"/>
              <a:t>Say you are running a randomized control experiment, where you have a set of patients who all have the same condition and you want to see whether the treatment group (who got treated with some experimental drug) is more likely to survive than the control group (who didn’t get the drug). Here, the hazard ratio is the ratio of (chance of an event occurring in the treatment arm)/(chance of an event occurring in the control arm)</a:t>
            </a:r>
            <a:endParaRPr/>
          </a:p>
          <a:p>
            <a:pPr marL="0" lvl="0" indent="0" algn="l" rtl="0">
              <a:spcBef>
                <a:spcPts val="0"/>
              </a:spcBef>
              <a:spcAft>
                <a:spcPts val="0"/>
              </a:spcAft>
              <a:buNone/>
            </a:pPr>
            <a:endParaRPr/>
          </a:p>
          <a:p>
            <a:pPr marL="0" lvl="0" indent="0" algn="l" rtl="0">
              <a:spcBef>
                <a:spcPts val="0"/>
              </a:spcBef>
              <a:spcAft>
                <a:spcPts val="0"/>
              </a:spcAft>
              <a:buNone/>
            </a:pPr>
            <a:r>
              <a:rPr lang="en"/>
              <a:t>In REM, we’re applying the same idea but this time taking the treatment group to be sending a message and control group to be not sending a message.</a:t>
            </a:r>
            <a:endParaRPr/>
          </a:p>
          <a:p>
            <a:pPr marL="0" lvl="0" indent="0" algn="l" rtl="0">
              <a:spcBef>
                <a:spcPts val="0"/>
              </a:spcBef>
              <a:spcAft>
                <a:spcPts val="0"/>
              </a:spcAft>
              <a:buNone/>
            </a:pPr>
            <a:r>
              <a:rPr lang="en"/>
              <a:t>The hazard ratio is a comparison of the probability of a relational/interaction event occurring in these two groups.</a:t>
            </a:r>
            <a:endParaRPr/>
          </a:p>
          <a:p>
            <a:pPr marL="0" lvl="0" indent="0" algn="l" rtl="0">
              <a:spcBef>
                <a:spcPts val="0"/>
              </a:spcBef>
              <a:spcAft>
                <a:spcPts val="0"/>
              </a:spcAft>
              <a:buNone/>
            </a:pPr>
            <a:endParaRPr/>
          </a:p>
          <a:p>
            <a:pPr marL="0" lvl="0" indent="0" algn="l" rtl="0">
              <a:spcBef>
                <a:spcPts val="0"/>
              </a:spcBef>
              <a:spcAft>
                <a:spcPts val="0"/>
              </a:spcAft>
              <a:buNone/>
            </a:pPr>
            <a:r>
              <a:rPr lang="en"/>
              <a:t>On top of this, we are using a conditional hazard ratio - meaning that we’re measuring whether sending a message occurs with a higher or lower probability than not sending a message under the condition of a particular sequential structural signature.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a887d925d2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a887d925d2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525960"/>
                </a:solidFill>
                <a:highlight>
                  <a:srgbClr val="FFFFFF"/>
                </a:highlight>
              </a:rPr>
              <a:t>Three categories of results for the Hazards Ratio: over 1, equal to 1, or below 1. </a:t>
            </a:r>
            <a:endParaRPr sz="1150">
              <a:solidFill>
                <a:srgbClr val="525960"/>
              </a:solidFill>
              <a:highlight>
                <a:srgbClr val="FFFFFF"/>
              </a:highlight>
            </a:endParaRPr>
          </a:p>
          <a:p>
            <a:pPr marL="0" lvl="0" indent="0" algn="l" rtl="0">
              <a:spcBef>
                <a:spcPts val="0"/>
              </a:spcBef>
              <a:spcAft>
                <a:spcPts val="0"/>
              </a:spcAft>
              <a:buNone/>
            </a:pPr>
            <a:endParaRPr sz="1150">
              <a:solidFill>
                <a:srgbClr val="525960"/>
              </a:solidFill>
              <a:highlight>
                <a:srgbClr val="FFFFFF"/>
              </a:highlight>
            </a:endParaRPr>
          </a:p>
          <a:p>
            <a:pPr marL="0" lvl="0" indent="0" algn="l" rtl="0">
              <a:spcBef>
                <a:spcPts val="0"/>
              </a:spcBef>
              <a:spcAft>
                <a:spcPts val="0"/>
              </a:spcAft>
              <a:buNone/>
            </a:pPr>
            <a:endParaRPr sz="1150">
              <a:solidFill>
                <a:srgbClr val="525960"/>
              </a:solidFill>
              <a:highlight>
                <a:srgbClr val="FFFFFF"/>
              </a:highlight>
            </a:endParaRPr>
          </a:p>
          <a:p>
            <a:pPr marL="0" lvl="0" indent="0" algn="l" rtl="0">
              <a:spcBef>
                <a:spcPts val="0"/>
              </a:spcBef>
              <a:spcAft>
                <a:spcPts val="0"/>
              </a:spcAft>
              <a:buNone/>
            </a:pPr>
            <a:r>
              <a:rPr lang="en" sz="1150">
                <a:solidFill>
                  <a:srgbClr val="525960"/>
                </a:solidFill>
                <a:highlight>
                  <a:srgbClr val="FFFFFF"/>
                </a:highlight>
              </a:rPr>
              <a:t>an odds ratio of 2 means that the event is 2 times more probable given a one-unit increase in the predictor</a:t>
            </a:r>
            <a:endParaRPr sz="1150">
              <a:solidFill>
                <a:srgbClr val="525960"/>
              </a:solidFill>
              <a:highlight>
                <a:srgbClr val="FFFFFF"/>
              </a:highlight>
            </a:endParaRPr>
          </a:p>
          <a:p>
            <a:pPr marL="0" lvl="0" indent="0" algn="l" rtl="0">
              <a:spcBef>
                <a:spcPts val="0"/>
              </a:spcBef>
              <a:spcAft>
                <a:spcPts val="0"/>
              </a:spcAft>
              <a:buNone/>
            </a:pPr>
            <a:r>
              <a:rPr lang="en" sz="1150">
                <a:solidFill>
                  <a:srgbClr val="525960"/>
                </a:solidFill>
                <a:highlight>
                  <a:srgbClr val="FFFFFF"/>
                </a:highlight>
              </a:rPr>
              <a:t>a hazard ratio of 2 means the event will occur twice as often at each time point given a one-unit increase in the predictor.</a:t>
            </a:r>
            <a:endParaRPr sz="1150">
              <a:solidFill>
                <a:srgbClr val="525960"/>
              </a:solidFill>
              <a:highlight>
                <a:srgbClr val="FFFFFF"/>
              </a:highlight>
            </a:endParaRPr>
          </a:p>
          <a:p>
            <a:pPr marL="0" lvl="0" indent="0" algn="l" rtl="0">
              <a:spcBef>
                <a:spcPts val="0"/>
              </a:spcBef>
              <a:spcAft>
                <a:spcPts val="0"/>
              </a:spcAft>
              <a:buNone/>
            </a:pPr>
            <a:r>
              <a:rPr lang="en" sz="1150">
                <a:solidFill>
                  <a:srgbClr val="525960"/>
                </a:solidFill>
                <a:highlight>
                  <a:srgbClr val="FFFFFF"/>
                </a:highlight>
              </a:rPr>
              <a:t>Survival analysis, </a:t>
            </a:r>
            <a:endParaRPr sz="1150">
              <a:solidFill>
                <a:srgbClr val="525960"/>
              </a:solidFill>
              <a:highlight>
                <a:srgbClr val="FFFFFF"/>
              </a:highlight>
            </a:endParaRPr>
          </a:p>
          <a:p>
            <a:pPr marL="0" lvl="0" indent="0" algn="l" rtl="0">
              <a:spcBef>
                <a:spcPts val="0"/>
              </a:spcBef>
              <a:spcAft>
                <a:spcPts val="0"/>
              </a:spcAft>
              <a:buNone/>
            </a:pPr>
            <a:endParaRPr sz="1150">
              <a:solidFill>
                <a:srgbClr val="525960"/>
              </a:solidFill>
              <a:highlight>
                <a:srgbClr val="FFFFFF"/>
              </a:highlight>
            </a:endParaRPr>
          </a:p>
          <a:p>
            <a:pPr marL="0" lvl="0" indent="0" algn="l" rtl="0">
              <a:spcBef>
                <a:spcPts val="0"/>
              </a:spcBef>
              <a:spcAft>
                <a:spcPts val="0"/>
              </a:spcAft>
              <a:buNone/>
            </a:pPr>
            <a:r>
              <a:rPr lang="en" sz="1050">
                <a:solidFill>
                  <a:srgbClr val="202122"/>
                </a:solidFill>
                <a:highlight>
                  <a:srgbClr val="FFFFFF"/>
                </a:highlight>
              </a:rPr>
              <a:t>Odds are cumulative over an entire study, using a defined endpoint</a:t>
            </a:r>
            <a:endParaRPr sz="1050">
              <a:solidFill>
                <a:srgbClr val="202122"/>
              </a:solidFill>
              <a:highlight>
                <a:srgbClr val="FFFFFF"/>
              </a:highlight>
            </a:endParaRPr>
          </a:p>
          <a:p>
            <a:pPr marL="0" lvl="0" indent="0" algn="l" rtl="0">
              <a:spcBef>
                <a:spcPts val="0"/>
              </a:spcBef>
              <a:spcAft>
                <a:spcPts val="0"/>
              </a:spcAft>
              <a:buNone/>
            </a:pPr>
            <a:endParaRPr sz="1050">
              <a:solidFill>
                <a:srgbClr val="202122"/>
              </a:solidFill>
              <a:highlight>
                <a:srgbClr val="FFFFFF"/>
              </a:highlight>
            </a:endParaRPr>
          </a:p>
          <a:p>
            <a:pPr marL="0" lvl="0" indent="0" algn="l" rtl="0">
              <a:spcBef>
                <a:spcPts val="0"/>
              </a:spcBef>
              <a:spcAft>
                <a:spcPts val="0"/>
              </a:spcAft>
              <a:buNone/>
            </a:pPr>
            <a:endParaRPr sz="1050">
              <a:solidFill>
                <a:srgbClr val="202122"/>
              </a:solidFill>
              <a:highlight>
                <a:srgbClr val="FFFFFF"/>
              </a:highligh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887d925d2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a887d925d2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Because the coefficient comes back as a log-Hazards Ratio, you need to take the exponential to convert it into a Hazard Ratio. </a:t>
            </a:r>
            <a:endParaRPr/>
          </a:p>
          <a:p>
            <a:pPr marL="0" lvl="0" indent="0" algn="l" rtl="0">
              <a:spcBef>
                <a:spcPts val="0"/>
              </a:spcBef>
              <a:spcAft>
                <a:spcPts val="0"/>
              </a:spcAft>
              <a:buNone/>
            </a:pPr>
            <a:endParaRPr/>
          </a:p>
          <a:p>
            <a:pPr marL="0" lvl="0" indent="0" algn="l" rtl="0">
              <a:spcBef>
                <a:spcPts val="0"/>
              </a:spcBef>
              <a:spcAft>
                <a:spcPts val="0"/>
              </a:spcAft>
              <a:buNone/>
            </a:pPr>
            <a:r>
              <a:rPr lang="en"/>
              <a:t>So taking Hypothesis 1a as an example again, we see that taking the exponential gives as a Hazard Ratio of 1.001 so we can interpret the result as The likelihood of individual i sending a message to individual j is 1.001 times higher than the likelihood of the individual i not sending a message to individual j if i has sent a message to j recently</a:t>
            </a:r>
            <a:endParaRPr/>
          </a:p>
          <a:p>
            <a:pPr marL="0" lvl="0" indent="0" algn="l" rtl="0">
              <a:spcBef>
                <a:spcPts val="0"/>
              </a:spcBef>
              <a:spcAft>
                <a:spcPts val="0"/>
              </a:spcAft>
              <a:buNone/>
            </a:pPr>
            <a:endParaRPr/>
          </a:p>
          <a:p>
            <a:pPr marL="0" lvl="0" indent="0" algn="l" rtl="0">
              <a:spcBef>
                <a:spcPts val="0"/>
              </a:spcBef>
              <a:spcAft>
                <a:spcPts val="0"/>
              </a:spcAft>
              <a:buNone/>
            </a:pPr>
            <a:r>
              <a:rPr lang="en"/>
              <a:t>So that last if is why this is a “conditional hazard ratio” – that’s the sequential structural signature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a887d925d2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a887d925d2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a:t>You will run 5 different models in your assignment and you will compare each of them using the BIC - bayesian information criterion.</a:t>
            </a:r>
            <a:endParaRPr sz="1000"/>
          </a:p>
          <a:p>
            <a:pPr marL="0" lvl="0" indent="0" algn="l" rtl="0">
              <a:spcBef>
                <a:spcPts val="0"/>
              </a:spcBef>
              <a:spcAft>
                <a:spcPts val="0"/>
              </a:spcAft>
              <a:buNone/>
            </a:pPr>
            <a:r>
              <a:rPr lang="en" sz="1000"/>
              <a:t>So given the same data, lower BIC is better.</a:t>
            </a:r>
            <a:endParaRPr sz="1000"/>
          </a:p>
          <a:p>
            <a:pPr marL="0" lvl="0" indent="0" algn="l" rtl="0">
              <a:spcBef>
                <a:spcPts val="0"/>
              </a:spcBef>
              <a:spcAft>
                <a:spcPts val="0"/>
              </a:spcAft>
              <a:buNone/>
            </a:pPr>
            <a:r>
              <a:rPr lang="en" sz="1000"/>
              <a:t>AIC and BIC are both indicators of model fit - how well your model fits with the original data.</a:t>
            </a:r>
            <a:endParaRPr sz="1000"/>
          </a:p>
          <a:p>
            <a:pPr marL="0" lvl="0" indent="0" algn="l" rtl="0">
              <a:spcBef>
                <a:spcPts val="0"/>
              </a:spcBef>
              <a:spcAft>
                <a:spcPts val="0"/>
              </a:spcAft>
              <a:buNone/>
            </a:pPr>
            <a:r>
              <a:rPr lang="en" sz="1000"/>
              <a:t>We use BIC instead of AIC because BIC penalizes overfitting. Overfitting means including too many parameters. Say you have 100 data points and 99 variables – you may have great model fit but you lose your degrees of freedom and you won’t be able to apply this model to other datasets.</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Here, we see that in model 2, we added an extra variable but the BIC is still lower. </a:t>
            </a:r>
            <a:endParaRPr sz="1000"/>
          </a:p>
          <a:p>
            <a:pPr marL="0" lvl="0" indent="0" algn="l" rtl="0">
              <a:spcBef>
                <a:spcPts val="0"/>
              </a:spcBef>
              <a:spcAft>
                <a:spcPts val="0"/>
              </a:spcAft>
              <a:buNone/>
            </a:pPr>
            <a:endParaRPr sz="1000"/>
          </a:p>
          <a:p>
            <a:pPr marL="0" lvl="0" indent="0" algn="l" rtl="0">
              <a:spcBef>
                <a:spcPts val="0"/>
              </a:spcBef>
              <a:spcAft>
                <a:spcPts val="0"/>
              </a:spcAft>
              <a:buNone/>
            </a:pPr>
            <a:endParaRPr sz="1000"/>
          </a:p>
          <a:p>
            <a:pPr marL="0" lvl="0" indent="0" algn="l" rtl="0">
              <a:spcBef>
                <a:spcPts val="0"/>
              </a:spcBef>
              <a:spcAft>
                <a:spcPts val="0"/>
              </a:spcAft>
              <a:buClr>
                <a:schemeClr val="dk1"/>
              </a:buClr>
              <a:buSzPts val="1100"/>
              <a:buFont typeface="Arial"/>
              <a:buNone/>
            </a:pPr>
            <a:r>
              <a:rPr lang="en" sz="1000"/>
              <a:t>Basically these are ways of trying to determine how different your model is compared to the actual values and the lower these values are the better. But you can't really just say like, oh, if they're close to 0. That's good. They’re relative measures. So you're actually going to be creating multiple models. In this case we have model 1 and model 2. And I think in your lab you're actually going to fit 5 different models. And you're going to compare the models against each other, based on whether their values for their AIC and BIC are higher or lower. Typically AIC and BIC agree with each other, but in our case we’re going to focus on BIC because it penalizes overfitting. </a:t>
            </a:r>
            <a:endParaRPr sz="1000"/>
          </a:p>
          <a:p>
            <a:pPr marL="0" lvl="0" indent="0" algn="l" rtl="0">
              <a:spcBef>
                <a:spcPts val="0"/>
              </a:spcBef>
              <a:spcAft>
                <a:spcPts val="0"/>
              </a:spcAft>
              <a:buNone/>
            </a:pPr>
            <a:endParaRPr sz="1000"/>
          </a:p>
          <a:p>
            <a:pPr marL="0" lvl="0" indent="0" algn="l" rtl="0">
              <a:spcBef>
                <a:spcPts val="0"/>
              </a:spcBef>
              <a:spcAft>
                <a:spcPts val="0"/>
              </a:spcAft>
              <a:buNone/>
            </a:pPr>
            <a:endParaRPr sz="1000"/>
          </a:p>
          <a:p>
            <a:pPr marL="0" lvl="0" indent="0" algn="l" rtl="0">
              <a:spcBef>
                <a:spcPts val="0"/>
              </a:spcBef>
              <a:spcAft>
                <a:spcPts val="0"/>
              </a:spcAft>
              <a:buNone/>
            </a:pPr>
            <a:endParaRPr sz="1000"/>
          </a:p>
          <a:p>
            <a:pPr marL="0" lvl="0" indent="0" algn="l" rtl="0">
              <a:spcBef>
                <a:spcPts val="0"/>
              </a:spcBef>
              <a:spcAft>
                <a:spcPts val="0"/>
              </a:spcAft>
              <a:buNone/>
            </a:pPr>
            <a:endParaRPr sz="1000"/>
          </a:p>
          <a:p>
            <a:pPr marL="457200" lvl="0" indent="-292100" algn="l" rtl="0">
              <a:spcBef>
                <a:spcPts val="0"/>
              </a:spcBef>
              <a:spcAft>
                <a:spcPts val="0"/>
              </a:spcAft>
              <a:buSzPts val="1000"/>
              <a:buChar char="●"/>
            </a:pPr>
            <a:r>
              <a:rPr lang="en" sz="1000"/>
              <a:t>AIC always has a chance of choosing too big a model, regardless of n. BIC has very little chance of choosing too big a model if n is sufficient, but it has a larger chance than AIC, for any given n, of choosing too small a model.</a:t>
            </a:r>
            <a:endParaRPr sz="1000"/>
          </a:p>
          <a:p>
            <a:pPr marL="457200" lvl="0" indent="-292100" algn="l" rtl="0">
              <a:spcBef>
                <a:spcPts val="0"/>
              </a:spcBef>
              <a:spcAft>
                <a:spcPts val="0"/>
              </a:spcAft>
              <a:buSzPts val="1000"/>
              <a:buChar char="●"/>
            </a:pPr>
            <a:r>
              <a:rPr lang="en" sz="1000"/>
              <a:t>AIC is better in situations when a false negative finding would be considered more misleading than a false positive, and</a:t>
            </a:r>
            <a:endParaRPr sz="1000"/>
          </a:p>
          <a:p>
            <a:pPr marL="914400" lvl="1" indent="-292100" algn="l" rtl="0">
              <a:spcBef>
                <a:spcPts val="0"/>
              </a:spcBef>
              <a:spcAft>
                <a:spcPts val="0"/>
              </a:spcAft>
              <a:buClr>
                <a:schemeClr val="dk1"/>
              </a:buClr>
              <a:buSzPts val="1000"/>
              <a:buChar char="○"/>
            </a:pPr>
            <a:r>
              <a:rPr lang="en" sz="1000">
                <a:solidFill>
                  <a:schemeClr val="dk1"/>
                </a:solidFill>
              </a:rPr>
              <a:t>False negative (type 2 error; omission) is that if i actually did send a message to boss but the model predicts that I didn’t send a message </a:t>
            </a:r>
            <a:endParaRPr sz="1000">
              <a:solidFill>
                <a:schemeClr val="dk1"/>
              </a:solidFill>
            </a:endParaRPr>
          </a:p>
          <a:p>
            <a:pPr marL="914400" lvl="1" indent="-292100" algn="l" rtl="0">
              <a:spcBef>
                <a:spcPts val="0"/>
              </a:spcBef>
              <a:spcAft>
                <a:spcPts val="0"/>
              </a:spcAft>
              <a:buClr>
                <a:schemeClr val="dk1"/>
              </a:buClr>
              <a:buSzPts val="1000"/>
              <a:buChar char="○"/>
            </a:pPr>
            <a:r>
              <a:rPr lang="en" sz="1000">
                <a:solidFill>
                  <a:srgbClr val="202124"/>
                </a:solidFill>
                <a:highlight>
                  <a:srgbClr val="FFFFFF"/>
                </a:highlight>
                <a:latin typeface="Roboto"/>
                <a:ea typeface="Roboto"/>
                <a:cs typeface="Roboto"/>
                <a:sym typeface="Roboto"/>
              </a:rPr>
              <a:t>a test for a disease may report a negative result, when the patient is, in fact, infected. </a:t>
            </a:r>
            <a:endParaRPr sz="1000"/>
          </a:p>
          <a:p>
            <a:pPr marL="457200" lvl="0" indent="-292100" algn="l" rtl="0">
              <a:spcBef>
                <a:spcPts val="0"/>
              </a:spcBef>
              <a:spcAft>
                <a:spcPts val="0"/>
              </a:spcAft>
              <a:buSzPts val="1000"/>
              <a:buChar char="●"/>
            </a:pPr>
            <a:r>
              <a:rPr lang="en" sz="1000"/>
              <a:t> BIC is better in situations where a false positive is as misleading as, or more misleading than, a false negative.</a:t>
            </a:r>
            <a:endParaRPr sz="1000">
              <a:solidFill>
                <a:schemeClr val="dk1"/>
              </a:solidFill>
            </a:endParaRPr>
          </a:p>
          <a:p>
            <a:pPr marL="914400" lvl="1" indent="-292100" algn="l" rtl="0">
              <a:spcBef>
                <a:spcPts val="0"/>
              </a:spcBef>
              <a:spcAft>
                <a:spcPts val="0"/>
              </a:spcAft>
              <a:buClr>
                <a:schemeClr val="dk1"/>
              </a:buClr>
              <a:buSzPts val="1000"/>
              <a:buChar char="○"/>
            </a:pPr>
            <a:r>
              <a:rPr lang="en" sz="1000">
                <a:solidFill>
                  <a:schemeClr val="dk1"/>
                </a:solidFill>
              </a:rPr>
              <a:t>False positive (type 1 error; commission) is that if i actually didnt send a message to boss but the model predicts that I send a message</a:t>
            </a:r>
            <a:endParaRPr sz="1000"/>
          </a:p>
          <a:p>
            <a:pPr marL="457200" lvl="0" indent="-292100" algn="l" rtl="0">
              <a:spcBef>
                <a:spcPts val="0"/>
              </a:spcBef>
              <a:spcAft>
                <a:spcPts val="0"/>
              </a:spcAft>
              <a:buSzPts val="1000"/>
              <a:buChar char="●"/>
            </a:pPr>
            <a:r>
              <a:rPr lang="en" sz="1000">
                <a:highlight>
                  <a:srgbClr val="FFFFFF"/>
                </a:highlight>
              </a:rPr>
              <a:t>The AIC or BIC for a model is usually written in the form [-2log</a:t>
            </a:r>
            <a:r>
              <a:rPr lang="en" sz="1000" i="1">
                <a:highlight>
                  <a:srgbClr val="FFFFFF"/>
                </a:highlight>
              </a:rPr>
              <a:t>L</a:t>
            </a:r>
            <a:r>
              <a:rPr lang="en" sz="1000">
                <a:highlight>
                  <a:srgbClr val="FFFFFF"/>
                </a:highlight>
              </a:rPr>
              <a:t> + </a:t>
            </a:r>
            <a:r>
              <a:rPr lang="en" sz="1000" i="1">
                <a:highlight>
                  <a:srgbClr val="FFFFFF"/>
                </a:highlight>
              </a:rPr>
              <a:t>kp</a:t>
            </a:r>
            <a:r>
              <a:rPr lang="en" sz="1000">
                <a:highlight>
                  <a:srgbClr val="FFFFFF"/>
                </a:highlight>
              </a:rPr>
              <a:t>], where </a:t>
            </a:r>
            <a:r>
              <a:rPr lang="en" sz="1000" i="1">
                <a:highlight>
                  <a:srgbClr val="FFFFFF"/>
                </a:highlight>
              </a:rPr>
              <a:t>L</a:t>
            </a:r>
            <a:r>
              <a:rPr lang="en" sz="1000">
                <a:highlight>
                  <a:srgbClr val="FFFFFF"/>
                </a:highlight>
              </a:rPr>
              <a:t> is the likelihood function, </a:t>
            </a:r>
            <a:r>
              <a:rPr lang="en" sz="1000" i="1">
                <a:highlight>
                  <a:srgbClr val="FFFFFF"/>
                </a:highlight>
              </a:rPr>
              <a:t>p</a:t>
            </a:r>
            <a:r>
              <a:rPr lang="en" sz="1000">
                <a:highlight>
                  <a:srgbClr val="FFFFFF"/>
                </a:highlight>
              </a:rPr>
              <a:t> is the number of parameters in the model, and </a:t>
            </a:r>
            <a:r>
              <a:rPr lang="en" sz="1000" i="1">
                <a:highlight>
                  <a:srgbClr val="FFFFFF"/>
                </a:highlight>
              </a:rPr>
              <a:t>k</a:t>
            </a:r>
            <a:r>
              <a:rPr lang="en" sz="1000">
                <a:highlight>
                  <a:srgbClr val="FFFFFF"/>
                </a:highlight>
              </a:rPr>
              <a:t> is 2 for AIC and log(</a:t>
            </a:r>
            <a:r>
              <a:rPr lang="en" sz="1000" i="1">
                <a:highlight>
                  <a:srgbClr val="FFFFFF"/>
                </a:highlight>
              </a:rPr>
              <a:t>n</a:t>
            </a:r>
            <a:r>
              <a:rPr lang="en" sz="1000">
                <a:highlight>
                  <a:srgbClr val="FFFFFF"/>
                </a:highlight>
              </a:rPr>
              <a:t>) for BIC.</a:t>
            </a:r>
            <a:endParaRPr sz="10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a887d925d2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a887d925d2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ICA2018" type="title">
  <p:cSld name="TITL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0" y="841781"/>
            <a:ext cx="9144000" cy="1790700"/>
          </a:xfrm>
          <a:prstGeom prst="rect">
            <a:avLst/>
          </a:prstGeom>
          <a:noFill/>
          <a:ln>
            <a:noFill/>
          </a:ln>
        </p:spPr>
        <p:txBody>
          <a:bodyPr spcFirstLastPara="1" wrap="square" lIns="91425" tIns="91425" rIns="91425" bIns="91425" anchor="ctr" anchorCtr="0">
            <a:noAutofit/>
          </a:bodyPr>
          <a:lstStyle>
            <a:lvl1pPr marL="0" marR="0" lvl="0" indent="0" rtl="0">
              <a:lnSpc>
                <a:spcPct val="90000"/>
              </a:lnSpc>
              <a:spcBef>
                <a:spcPts val="0"/>
              </a:spcBef>
              <a:spcAft>
                <a:spcPts val="0"/>
              </a:spcAft>
              <a:buClr>
                <a:srgbClr val="4E2A84"/>
              </a:buClr>
              <a:buSzPts val="3600"/>
              <a:buNone/>
              <a:defRPr i="0" u="none" strike="noStrike" cap="none">
                <a:solidFill>
                  <a:srgbClr val="4E2A84"/>
                </a:solidFill>
              </a:defRPr>
            </a:lvl1pPr>
            <a:lvl2pPr lvl="1" indent="0" rtl="0">
              <a:spcBef>
                <a:spcPts val="0"/>
              </a:spcBef>
              <a:spcAft>
                <a:spcPts val="0"/>
              </a:spcAft>
              <a:buClr>
                <a:srgbClr val="4E2A84"/>
              </a:buClr>
              <a:buSzPts val="3600"/>
              <a:buNone/>
              <a:defRPr>
                <a:solidFill>
                  <a:srgbClr val="4E2A84"/>
                </a:solidFill>
              </a:defRPr>
            </a:lvl2pPr>
            <a:lvl3pPr lvl="2" indent="0" rtl="0">
              <a:spcBef>
                <a:spcPts val="0"/>
              </a:spcBef>
              <a:spcAft>
                <a:spcPts val="0"/>
              </a:spcAft>
              <a:buClr>
                <a:srgbClr val="4E2A84"/>
              </a:buClr>
              <a:buSzPts val="3600"/>
              <a:buNone/>
              <a:defRPr>
                <a:solidFill>
                  <a:srgbClr val="4E2A84"/>
                </a:solidFill>
              </a:defRPr>
            </a:lvl3pPr>
            <a:lvl4pPr lvl="3" indent="0" rtl="0">
              <a:spcBef>
                <a:spcPts val="0"/>
              </a:spcBef>
              <a:spcAft>
                <a:spcPts val="0"/>
              </a:spcAft>
              <a:buClr>
                <a:srgbClr val="4E2A84"/>
              </a:buClr>
              <a:buSzPts val="3600"/>
              <a:buNone/>
              <a:defRPr>
                <a:solidFill>
                  <a:srgbClr val="4E2A84"/>
                </a:solidFill>
              </a:defRPr>
            </a:lvl4pPr>
            <a:lvl5pPr lvl="4" indent="0" rtl="0">
              <a:spcBef>
                <a:spcPts val="0"/>
              </a:spcBef>
              <a:spcAft>
                <a:spcPts val="0"/>
              </a:spcAft>
              <a:buClr>
                <a:srgbClr val="4E2A84"/>
              </a:buClr>
              <a:buSzPts val="3600"/>
              <a:buNone/>
              <a:defRPr>
                <a:solidFill>
                  <a:srgbClr val="4E2A84"/>
                </a:solidFill>
              </a:defRPr>
            </a:lvl5pPr>
            <a:lvl6pPr lvl="5" indent="0" rtl="0">
              <a:spcBef>
                <a:spcPts val="0"/>
              </a:spcBef>
              <a:spcAft>
                <a:spcPts val="0"/>
              </a:spcAft>
              <a:buClr>
                <a:srgbClr val="4E2A84"/>
              </a:buClr>
              <a:buSzPts val="3600"/>
              <a:buNone/>
              <a:defRPr>
                <a:solidFill>
                  <a:srgbClr val="4E2A84"/>
                </a:solidFill>
              </a:defRPr>
            </a:lvl6pPr>
            <a:lvl7pPr lvl="6" indent="0" rtl="0">
              <a:spcBef>
                <a:spcPts val="0"/>
              </a:spcBef>
              <a:spcAft>
                <a:spcPts val="0"/>
              </a:spcAft>
              <a:buClr>
                <a:srgbClr val="4E2A84"/>
              </a:buClr>
              <a:buSzPts val="3600"/>
              <a:buNone/>
              <a:defRPr>
                <a:solidFill>
                  <a:srgbClr val="4E2A84"/>
                </a:solidFill>
              </a:defRPr>
            </a:lvl7pPr>
            <a:lvl8pPr lvl="7" indent="0" rtl="0">
              <a:spcBef>
                <a:spcPts val="0"/>
              </a:spcBef>
              <a:spcAft>
                <a:spcPts val="0"/>
              </a:spcAft>
              <a:buClr>
                <a:srgbClr val="4E2A84"/>
              </a:buClr>
              <a:buSzPts val="3600"/>
              <a:buNone/>
              <a:defRPr>
                <a:solidFill>
                  <a:srgbClr val="4E2A84"/>
                </a:solidFill>
              </a:defRPr>
            </a:lvl8pPr>
            <a:lvl9pPr lvl="8" indent="0" rtl="0">
              <a:spcBef>
                <a:spcPts val="0"/>
              </a:spcBef>
              <a:spcAft>
                <a:spcPts val="0"/>
              </a:spcAft>
              <a:buClr>
                <a:srgbClr val="4E2A84"/>
              </a:buClr>
              <a:buSzPts val="3600"/>
              <a:buNone/>
              <a:defRPr>
                <a:solidFill>
                  <a:srgbClr val="4E2A84"/>
                </a:solidFill>
              </a:defRPr>
            </a:lvl9pPr>
          </a:lstStyle>
          <a:p>
            <a:endParaRPr/>
          </a:p>
        </p:txBody>
      </p:sp>
      <p:sp>
        <p:nvSpPr>
          <p:cNvPr id="14" name="Google Shape;14;p2"/>
          <p:cNvSpPr txBox="1">
            <a:spLocks noGrp="1"/>
          </p:cNvSpPr>
          <p:nvPr>
            <p:ph type="subTitle" idx="1"/>
          </p:nvPr>
        </p:nvSpPr>
        <p:spPr>
          <a:xfrm>
            <a:off x="1143000" y="2701528"/>
            <a:ext cx="6858000" cy="1241700"/>
          </a:xfrm>
          <a:prstGeom prst="rect">
            <a:avLst/>
          </a:prstGeom>
          <a:noFill/>
          <a:ln>
            <a:noFill/>
          </a:ln>
        </p:spPr>
        <p:txBody>
          <a:bodyPr spcFirstLastPara="1" wrap="square" lIns="91425" tIns="91425" rIns="91425" bIns="91425" anchor="t" anchorCtr="0">
            <a:noAutofit/>
          </a:bodyPr>
          <a:lstStyle>
            <a:lvl1pPr marL="0" marR="0" lvl="0" indent="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Helvetica Neue"/>
                <a:ea typeface="Helvetica Neue"/>
                <a:cs typeface="Helvetica Neue"/>
                <a:sym typeface="Helvetica Neue"/>
              </a:defRPr>
            </a:lvl1pPr>
            <a:lvl2pPr marL="457200" marR="0" lvl="1" indent="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Helvetica Neue"/>
                <a:ea typeface="Helvetica Neue"/>
                <a:cs typeface="Helvetica Neue"/>
                <a:sym typeface="Helvetica Neue"/>
              </a:defRPr>
            </a:lvl2pPr>
            <a:lvl3pPr marL="914400" marR="0" lvl="2" indent="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Helvetica Neue"/>
                <a:ea typeface="Helvetica Neue"/>
                <a:cs typeface="Helvetica Neue"/>
                <a:sym typeface="Helvetica Neue"/>
              </a:defRPr>
            </a:lvl3pPr>
            <a:lvl4pPr marL="1371600" marR="0" lvl="3" indent="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Helvetica Neue"/>
                <a:ea typeface="Helvetica Neue"/>
                <a:cs typeface="Helvetica Neue"/>
                <a:sym typeface="Helvetica Neue"/>
              </a:defRPr>
            </a:lvl4pPr>
            <a:lvl5pPr marL="1828800" marR="0" lvl="4" indent="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Helvetica Neue"/>
                <a:ea typeface="Helvetica Neue"/>
                <a:cs typeface="Helvetica Neue"/>
                <a:sym typeface="Helvetica Neue"/>
              </a:defRPr>
            </a:lvl5pPr>
            <a:lvl6pPr marL="2286000" marR="0" lvl="5" indent="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2743200" marR="0" lvl="6" indent="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200400" marR="0" lvl="7" indent="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3657600" marR="0" lvl="8" indent="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Clr>
                <a:srgbClr val="4E2A84"/>
              </a:buClr>
              <a:buSzPts val="1400"/>
              <a:buFont typeface="Helvetica Neue Light"/>
              <a:buNone/>
              <a:defRPr sz="1200" i="0" u="none" strike="noStrike" cap="none">
                <a:solidFill>
                  <a:srgbClr val="4E2A84"/>
                </a:solidFill>
                <a:latin typeface="Helvetica Neue Light"/>
                <a:ea typeface="Helvetica Neue Light"/>
                <a:cs typeface="Helvetica Neue Light"/>
                <a:sym typeface="Helvetica Neue Light"/>
              </a:defRPr>
            </a:lvl1pPr>
            <a:lvl2pPr marL="457200" marR="0" lvl="1"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2pPr>
            <a:lvl3pPr marL="914400" marR="0" lvl="2"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3pPr>
            <a:lvl4pPr marL="1371600" marR="0" lvl="3"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4pPr>
            <a:lvl5pPr marL="1828800" marR="0" lvl="4"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5pPr>
            <a:lvl6pPr marL="2286000" marR="0" lvl="5"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6pPr>
            <a:lvl7pPr marL="2743200" marR="0" lvl="6"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7pPr>
            <a:lvl8pPr marL="3200400" marR="0" lvl="7"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8pPr>
            <a:lvl9pPr marL="3657600" marR="0" lvl="8" indent="0" algn="l" rtl="0">
              <a:spcBef>
                <a:spcPts val="0"/>
              </a:spcBef>
              <a:spcAft>
                <a:spcPts val="0"/>
              </a:spcAft>
              <a:buClr>
                <a:srgbClr val="4E2A84"/>
              </a:buClr>
              <a:buSzPts val="1400"/>
              <a:buFont typeface="Helvetica Neue Light"/>
              <a:buNone/>
              <a:defRPr sz="1800" i="0" u="none" strike="noStrike" cap="none">
                <a:solidFill>
                  <a:srgbClr val="4E2A84"/>
                </a:solidFill>
                <a:latin typeface="Helvetica Neue Light"/>
                <a:ea typeface="Helvetica Neue Light"/>
                <a:cs typeface="Helvetica Neue Light"/>
                <a:sym typeface="Helvetica Neue Light"/>
              </a:defRPr>
            </a:lvl9pPr>
          </a:lstStyle>
          <a:p>
            <a:endParaRPr/>
          </a:p>
        </p:txBody>
      </p:sp>
      <p:pic>
        <p:nvPicPr>
          <p:cNvPr id="16" name="Google Shape;16;p2"/>
          <p:cNvPicPr preferRelativeResize="0"/>
          <p:nvPr/>
        </p:nvPicPr>
        <p:blipFill rotWithShape="1">
          <a:blip r:embed="rId2">
            <a:alphaModFix/>
          </a:blip>
          <a:srcRect/>
          <a:stretch/>
        </p:blipFill>
        <p:spPr>
          <a:xfrm>
            <a:off x="119988" y="4706041"/>
            <a:ext cx="1130710" cy="358298"/>
          </a:xfrm>
          <a:prstGeom prst="rect">
            <a:avLst/>
          </a:prstGeom>
          <a:noFill/>
          <a:ln>
            <a:noFill/>
          </a:ln>
        </p:spPr>
      </p:pic>
      <p:pic>
        <p:nvPicPr>
          <p:cNvPr id="17" name="Google Shape;17;p2"/>
          <p:cNvPicPr preferRelativeResize="0"/>
          <p:nvPr/>
        </p:nvPicPr>
        <p:blipFill rotWithShape="1">
          <a:blip r:embed="rId3">
            <a:alphaModFix/>
          </a:blip>
          <a:srcRect/>
          <a:stretch/>
        </p:blipFill>
        <p:spPr>
          <a:xfrm>
            <a:off x="7816072" y="4629642"/>
            <a:ext cx="1259476" cy="41143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0" y="300805"/>
            <a:ext cx="9144000" cy="615600"/>
          </a:xfrm>
          <a:prstGeom prst="rect">
            <a:avLst/>
          </a:prstGeom>
          <a:noFill/>
          <a:ln>
            <a:noFill/>
          </a:ln>
        </p:spPr>
        <p:txBody>
          <a:bodyPr spcFirstLastPara="1" wrap="square" lIns="91425" tIns="91425" rIns="91425" bIns="91425" anchor="ctr" anchorCtr="0">
            <a:noAutofit/>
          </a:bodyPr>
          <a:lstStyle>
            <a:lvl1pPr marL="0" marR="0" lvl="0" indent="0" rtl="0">
              <a:lnSpc>
                <a:spcPct val="90000"/>
              </a:lnSpc>
              <a:spcBef>
                <a:spcPts val="0"/>
              </a:spcBef>
              <a:spcAft>
                <a:spcPts val="0"/>
              </a:spcAft>
              <a:buClr>
                <a:srgbClr val="4E2A84"/>
              </a:buClr>
              <a:buSzPts val="3600"/>
              <a:buNone/>
              <a:defRPr i="0" u="none" strike="noStrike" cap="none">
                <a:solidFill>
                  <a:srgbClr val="4E2A84"/>
                </a:solidFill>
              </a:defRPr>
            </a:lvl1pPr>
            <a:lvl2pPr lvl="1" indent="0" rtl="0">
              <a:spcBef>
                <a:spcPts val="0"/>
              </a:spcBef>
              <a:spcAft>
                <a:spcPts val="0"/>
              </a:spcAft>
              <a:buClr>
                <a:srgbClr val="4E2A84"/>
              </a:buClr>
              <a:buSzPts val="3600"/>
              <a:buNone/>
              <a:defRPr>
                <a:solidFill>
                  <a:srgbClr val="4E2A84"/>
                </a:solidFill>
              </a:defRPr>
            </a:lvl2pPr>
            <a:lvl3pPr lvl="2" indent="0" rtl="0">
              <a:spcBef>
                <a:spcPts val="0"/>
              </a:spcBef>
              <a:spcAft>
                <a:spcPts val="0"/>
              </a:spcAft>
              <a:buClr>
                <a:srgbClr val="4E2A84"/>
              </a:buClr>
              <a:buSzPts val="3600"/>
              <a:buNone/>
              <a:defRPr>
                <a:solidFill>
                  <a:srgbClr val="4E2A84"/>
                </a:solidFill>
              </a:defRPr>
            </a:lvl3pPr>
            <a:lvl4pPr lvl="3" indent="0" rtl="0">
              <a:spcBef>
                <a:spcPts val="0"/>
              </a:spcBef>
              <a:spcAft>
                <a:spcPts val="0"/>
              </a:spcAft>
              <a:buClr>
                <a:srgbClr val="4E2A84"/>
              </a:buClr>
              <a:buSzPts val="3600"/>
              <a:buNone/>
              <a:defRPr>
                <a:solidFill>
                  <a:srgbClr val="4E2A84"/>
                </a:solidFill>
              </a:defRPr>
            </a:lvl4pPr>
            <a:lvl5pPr lvl="4" indent="0" rtl="0">
              <a:spcBef>
                <a:spcPts val="0"/>
              </a:spcBef>
              <a:spcAft>
                <a:spcPts val="0"/>
              </a:spcAft>
              <a:buClr>
                <a:srgbClr val="4E2A84"/>
              </a:buClr>
              <a:buSzPts val="3600"/>
              <a:buNone/>
              <a:defRPr>
                <a:solidFill>
                  <a:srgbClr val="4E2A84"/>
                </a:solidFill>
              </a:defRPr>
            </a:lvl5pPr>
            <a:lvl6pPr lvl="5" indent="0" rtl="0">
              <a:spcBef>
                <a:spcPts val="0"/>
              </a:spcBef>
              <a:spcAft>
                <a:spcPts val="0"/>
              </a:spcAft>
              <a:buClr>
                <a:srgbClr val="4E2A84"/>
              </a:buClr>
              <a:buSzPts val="3600"/>
              <a:buNone/>
              <a:defRPr>
                <a:solidFill>
                  <a:srgbClr val="4E2A84"/>
                </a:solidFill>
              </a:defRPr>
            </a:lvl6pPr>
            <a:lvl7pPr lvl="6" indent="0" rtl="0">
              <a:spcBef>
                <a:spcPts val="0"/>
              </a:spcBef>
              <a:spcAft>
                <a:spcPts val="0"/>
              </a:spcAft>
              <a:buClr>
                <a:srgbClr val="4E2A84"/>
              </a:buClr>
              <a:buSzPts val="3600"/>
              <a:buNone/>
              <a:defRPr>
                <a:solidFill>
                  <a:srgbClr val="4E2A84"/>
                </a:solidFill>
              </a:defRPr>
            </a:lvl7pPr>
            <a:lvl8pPr lvl="7" indent="0" rtl="0">
              <a:spcBef>
                <a:spcPts val="0"/>
              </a:spcBef>
              <a:spcAft>
                <a:spcPts val="0"/>
              </a:spcAft>
              <a:buClr>
                <a:srgbClr val="4E2A84"/>
              </a:buClr>
              <a:buSzPts val="3600"/>
              <a:buNone/>
              <a:defRPr>
                <a:solidFill>
                  <a:srgbClr val="4E2A84"/>
                </a:solidFill>
              </a:defRPr>
            </a:lvl8pPr>
            <a:lvl9pPr lvl="8" indent="0" rtl="0">
              <a:spcBef>
                <a:spcPts val="0"/>
              </a:spcBef>
              <a:spcAft>
                <a:spcPts val="0"/>
              </a:spcAft>
              <a:buClr>
                <a:srgbClr val="4E2A84"/>
              </a:buClr>
              <a:buSzPts val="3600"/>
              <a:buNone/>
              <a:defRPr>
                <a:solidFill>
                  <a:srgbClr val="4E2A84"/>
                </a:solidFill>
              </a:defRPr>
            </a:lvl9pPr>
          </a:lstStyle>
          <a:p>
            <a:endParaRPr/>
          </a:p>
        </p:txBody>
      </p:sp>
      <p:sp>
        <p:nvSpPr>
          <p:cNvPr id="20" name="Google Shape;20;p3"/>
          <p:cNvSpPr txBox="1">
            <a:spLocks noGrp="1"/>
          </p:cNvSpPr>
          <p:nvPr>
            <p:ph type="body" idx="1"/>
          </p:nvPr>
        </p:nvSpPr>
        <p:spPr>
          <a:xfrm>
            <a:off x="0" y="764006"/>
            <a:ext cx="9144000" cy="40032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Char char="•"/>
              <a:defRPr sz="2800" i="0" u="none" strike="noStrike" cap="none">
                <a:solidFill>
                  <a:schemeClr val="dk1"/>
                </a:solidFill>
              </a:defRPr>
            </a:lvl1pPr>
            <a:lvl2pPr marL="914400" marR="0" lvl="1" indent="-381000" algn="l" rtl="0">
              <a:lnSpc>
                <a:spcPct val="90000"/>
              </a:lnSpc>
              <a:spcBef>
                <a:spcPts val="500"/>
              </a:spcBef>
              <a:spcAft>
                <a:spcPts val="0"/>
              </a:spcAft>
              <a:buClr>
                <a:schemeClr val="dk1"/>
              </a:buClr>
              <a:buSzPts val="2400"/>
              <a:buChar char="•"/>
              <a:defRPr sz="2400" i="0" u="none" strike="noStrike" cap="none">
                <a:solidFill>
                  <a:schemeClr val="dk1"/>
                </a:solidFill>
              </a:defRPr>
            </a:lvl2pPr>
            <a:lvl3pPr marL="1371600" marR="0" lvl="2" indent="-355600" algn="l" rtl="0">
              <a:lnSpc>
                <a:spcPct val="90000"/>
              </a:lnSpc>
              <a:spcBef>
                <a:spcPts val="500"/>
              </a:spcBef>
              <a:spcAft>
                <a:spcPts val="0"/>
              </a:spcAft>
              <a:buClr>
                <a:schemeClr val="dk1"/>
              </a:buClr>
              <a:buSzPts val="2000"/>
              <a:buChar char="•"/>
              <a:defRPr sz="2000" i="0" u="none" strike="noStrike" cap="none">
                <a:solidFill>
                  <a:schemeClr val="dk1"/>
                </a:solidFill>
              </a:defRPr>
            </a:lvl3pPr>
            <a:lvl4pPr marL="1828800" marR="0" lvl="3" indent="-342900" algn="l" rtl="0">
              <a:lnSpc>
                <a:spcPct val="90000"/>
              </a:lnSpc>
              <a:spcBef>
                <a:spcPts val="500"/>
              </a:spcBef>
              <a:spcAft>
                <a:spcPts val="0"/>
              </a:spcAft>
              <a:buClr>
                <a:schemeClr val="dk1"/>
              </a:buClr>
              <a:buSzPts val="1800"/>
              <a:buChar char="•"/>
              <a:defRPr sz="1800" i="0" u="none" strike="noStrike" cap="none">
                <a:solidFill>
                  <a:schemeClr val="dk1"/>
                </a:solidFill>
              </a:defRPr>
            </a:lvl4pPr>
            <a:lvl5pPr marL="2286000" marR="0" lvl="4" indent="-342900" algn="l" rtl="0">
              <a:lnSpc>
                <a:spcPct val="90000"/>
              </a:lnSpc>
              <a:spcBef>
                <a:spcPts val="500"/>
              </a:spcBef>
              <a:spcAft>
                <a:spcPts val="0"/>
              </a:spcAft>
              <a:buClr>
                <a:schemeClr val="dk1"/>
              </a:buClr>
              <a:buSzPts val="1800"/>
              <a:buChar char="•"/>
              <a:defRPr sz="1800" i="0" u="none" strike="noStrike" cap="none">
                <a:solidFill>
                  <a:schemeClr val="dk1"/>
                </a:solidFill>
              </a:defRPr>
            </a:lvl5pPr>
            <a:lvl6pPr marL="2743200" marR="0" lvl="5" indent="-342900" algn="l" rtl="0">
              <a:lnSpc>
                <a:spcPct val="90000"/>
              </a:lnSpc>
              <a:spcBef>
                <a:spcPts val="500"/>
              </a:spcBef>
              <a:spcAft>
                <a:spcPts val="0"/>
              </a:spcAft>
              <a:buClr>
                <a:schemeClr val="dk1"/>
              </a:buClr>
              <a:buSzPts val="1800"/>
              <a:buChar char="•"/>
              <a:defRPr sz="1800" i="0" u="none" strike="noStrike" cap="none">
                <a:solidFill>
                  <a:schemeClr val="dk1"/>
                </a:solidFill>
              </a:defRPr>
            </a:lvl6pPr>
            <a:lvl7pPr marL="3200400" marR="0" lvl="6" indent="-342900" algn="l" rtl="0">
              <a:lnSpc>
                <a:spcPct val="90000"/>
              </a:lnSpc>
              <a:spcBef>
                <a:spcPts val="500"/>
              </a:spcBef>
              <a:spcAft>
                <a:spcPts val="0"/>
              </a:spcAft>
              <a:buClr>
                <a:schemeClr val="dk1"/>
              </a:buClr>
              <a:buSzPts val="1800"/>
              <a:buChar char="•"/>
              <a:defRPr sz="1800" i="0" u="none" strike="noStrike" cap="none">
                <a:solidFill>
                  <a:schemeClr val="dk1"/>
                </a:solidFill>
              </a:defRPr>
            </a:lvl7pPr>
            <a:lvl8pPr marL="3657600" marR="0" lvl="7" indent="-342900" algn="l" rtl="0">
              <a:lnSpc>
                <a:spcPct val="90000"/>
              </a:lnSpc>
              <a:spcBef>
                <a:spcPts val="500"/>
              </a:spcBef>
              <a:spcAft>
                <a:spcPts val="0"/>
              </a:spcAft>
              <a:buClr>
                <a:schemeClr val="dk1"/>
              </a:buClr>
              <a:buSzPts val="1800"/>
              <a:buChar char="•"/>
              <a:defRPr sz="1800" i="0" u="none" strike="noStrike" cap="none">
                <a:solidFill>
                  <a:schemeClr val="dk1"/>
                </a:solidFill>
              </a:defRPr>
            </a:lvl8pPr>
            <a:lvl9pPr marL="4114800" marR="0" lvl="8" indent="-342900" algn="l" rtl="0">
              <a:lnSpc>
                <a:spcPct val="90000"/>
              </a:lnSpc>
              <a:spcBef>
                <a:spcPts val="500"/>
              </a:spcBef>
              <a:spcAft>
                <a:spcPts val="0"/>
              </a:spcAft>
              <a:buClr>
                <a:schemeClr val="dk1"/>
              </a:buClr>
              <a:buSzPts val="1800"/>
              <a:buChar char="•"/>
              <a:defRPr sz="1800" i="0" u="none" strike="noStrike" cap="none">
                <a:solidFill>
                  <a:schemeClr val="dk1"/>
                </a:solidFill>
              </a:defRPr>
            </a:lvl9pPr>
          </a:lstStyle>
          <a:p>
            <a:endParaRPr/>
          </a:p>
        </p:txBody>
      </p:sp>
      <p:sp>
        <p:nvSpPr>
          <p:cNvPr id="21" name="Google Shape;21;p3"/>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3"/>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3" name="Google Shape;23;p3"/>
          <p:cNvSpPr txBox="1">
            <a:spLocks noGrp="1"/>
          </p:cNvSpPr>
          <p:nvPr>
            <p:ph type="sldNum" idx="12"/>
          </p:nvPr>
        </p:nvSpPr>
        <p:spPr>
          <a:xfrm>
            <a:off x="7103400" y="4811982"/>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800">
                <a:solidFill>
                  <a:srgbClr val="888888"/>
                </a:solidFill>
              </a:defRPr>
            </a:lvl1pPr>
            <a:lvl2pPr marL="0" marR="0" lvl="1" indent="0" algn="r" rtl="0">
              <a:spcBef>
                <a:spcPts val="0"/>
              </a:spcBef>
              <a:buNone/>
              <a:defRPr sz="1800">
                <a:solidFill>
                  <a:srgbClr val="888888"/>
                </a:solidFill>
              </a:defRPr>
            </a:lvl2pPr>
            <a:lvl3pPr marL="0" marR="0" lvl="2" indent="0" algn="r" rtl="0">
              <a:spcBef>
                <a:spcPts val="0"/>
              </a:spcBef>
              <a:buNone/>
              <a:defRPr sz="1800">
                <a:solidFill>
                  <a:srgbClr val="888888"/>
                </a:solidFill>
              </a:defRPr>
            </a:lvl3pPr>
            <a:lvl4pPr marL="0" marR="0" lvl="3" indent="0" algn="r" rtl="0">
              <a:spcBef>
                <a:spcPts val="0"/>
              </a:spcBef>
              <a:buNone/>
              <a:defRPr sz="1800">
                <a:solidFill>
                  <a:srgbClr val="888888"/>
                </a:solidFill>
              </a:defRPr>
            </a:lvl4pPr>
            <a:lvl5pPr marL="0" marR="0" lvl="4" indent="0" algn="r" rtl="0">
              <a:spcBef>
                <a:spcPts val="0"/>
              </a:spcBef>
              <a:buNone/>
              <a:defRPr sz="1800">
                <a:solidFill>
                  <a:srgbClr val="888888"/>
                </a:solidFill>
              </a:defRPr>
            </a:lvl5pPr>
            <a:lvl6pPr marL="0" marR="0" lvl="5" indent="0" algn="r" rtl="0">
              <a:spcBef>
                <a:spcPts val="0"/>
              </a:spcBef>
              <a:buNone/>
              <a:defRPr sz="1800">
                <a:solidFill>
                  <a:srgbClr val="888888"/>
                </a:solidFill>
              </a:defRPr>
            </a:lvl6pPr>
            <a:lvl7pPr marL="0" marR="0" lvl="6" indent="0" algn="r" rtl="0">
              <a:spcBef>
                <a:spcPts val="0"/>
              </a:spcBef>
              <a:buNone/>
              <a:defRPr sz="1800">
                <a:solidFill>
                  <a:srgbClr val="888888"/>
                </a:solidFill>
              </a:defRPr>
            </a:lvl7pPr>
            <a:lvl8pPr marL="0" marR="0" lvl="7" indent="0" algn="r" rtl="0">
              <a:spcBef>
                <a:spcPts val="0"/>
              </a:spcBef>
              <a:buNone/>
              <a:defRPr sz="1800">
                <a:solidFill>
                  <a:srgbClr val="888888"/>
                </a:solidFill>
              </a:defRPr>
            </a:lvl8pPr>
            <a:lvl9pPr marL="0" marR="0" lvl="8" indent="0" algn="r" rtl="0">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623888" y="1282304"/>
            <a:ext cx="7886700" cy="21396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rgbClr val="4E2A84"/>
              </a:buClr>
              <a:buSzPts val="6000"/>
              <a:buNone/>
              <a:defRPr sz="6000" i="0" u="none" strike="noStrike" cap="none">
                <a:solidFill>
                  <a:srgbClr val="4E2A84"/>
                </a:solidFill>
              </a:defRPr>
            </a:lvl1pPr>
            <a:lvl2pPr lvl="1" indent="0" rtl="0">
              <a:spcBef>
                <a:spcPts val="0"/>
              </a:spcBef>
              <a:spcAft>
                <a:spcPts val="0"/>
              </a:spcAft>
              <a:buClr>
                <a:srgbClr val="4E2A84"/>
              </a:buClr>
              <a:buSzPts val="3600"/>
              <a:buNone/>
              <a:defRPr sz="1800">
                <a:solidFill>
                  <a:srgbClr val="4E2A84"/>
                </a:solidFill>
              </a:defRPr>
            </a:lvl2pPr>
            <a:lvl3pPr lvl="2" indent="0" rtl="0">
              <a:spcBef>
                <a:spcPts val="0"/>
              </a:spcBef>
              <a:spcAft>
                <a:spcPts val="0"/>
              </a:spcAft>
              <a:buClr>
                <a:srgbClr val="4E2A84"/>
              </a:buClr>
              <a:buSzPts val="3600"/>
              <a:buNone/>
              <a:defRPr sz="1800">
                <a:solidFill>
                  <a:srgbClr val="4E2A84"/>
                </a:solidFill>
              </a:defRPr>
            </a:lvl3pPr>
            <a:lvl4pPr lvl="3" indent="0" rtl="0">
              <a:spcBef>
                <a:spcPts val="0"/>
              </a:spcBef>
              <a:spcAft>
                <a:spcPts val="0"/>
              </a:spcAft>
              <a:buClr>
                <a:srgbClr val="4E2A84"/>
              </a:buClr>
              <a:buSzPts val="3600"/>
              <a:buNone/>
              <a:defRPr sz="1800">
                <a:solidFill>
                  <a:srgbClr val="4E2A84"/>
                </a:solidFill>
              </a:defRPr>
            </a:lvl4pPr>
            <a:lvl5pPr lvl="4" indent="0" rtl="0">
              <a:spcBef>
                <a:spcPts val="0"/>
              </a:spcBef>
              <a:spcAft>
                <a:spcPts val="0"/>
              </a:spcAft>
              <a:buClr>
                <a:srgbClr val="4E2A84"/>
              </a:buClr>
              <a:buSzPts val="3600"/>
              <a:buNone/>
              <a:defRPr sz="1800">
                <a:solidFill>
                  <a:srgbClr val="4E2A84"/>
                </a:solidFill>
              </a:defRPr>
            </a:lvl5pPr>
            <a:lvl6pPr lvl="5" indent="0" rtl="0">
              <a:spcBef>
                <a:spcPts val="0"/>
              </a:spcBef>
              <a:spcAft>
                <a:spcPts val="0"/>
              </a:spcAft>
              <a:buClr>
                <a:srgbClr val="4E2A84"/>
              </a:buClr>
              <a:buSzPts val="3600"/>
              <a:buNone/>
              <a:defRPr sz="1800">
                <a:solidFill>
                  <a:srgbClr val="4E2A84"/>
                </a:solidFill>
              </a:defRPr>
            </a:lvl6pPr>
            <a:lvl7pPr lvl="6" indent="0" rtl="0">
              <a:spcBef>
                <a:spcPts val="0"/>
              </a:spcBef>
              <a:spcAft>
                <a:spcPts val="0"/>
              </a:spcAft>
              <a:buClr>
                <a:srgbClr val="4E2A84"/>
              </a:buClr>
              <a:buSzPts val="3600"/>
              <a:buNone/>
              <a:defRPr sz="1800">
                <a:solidFill>
                  <a:srgbClr val="4E2A84"/>
                </a:solidFill>
              </a:defRPr>
            </a:lvl7pPr>
            <a:lvl8pPr lvl="7" indent="0" rtl="0">
              <a:spcBef>
                <a:spcPts val="0"/>
              </a:spcBef>
              <a:spcAft>
                <a:spcPts val="0"/>
              </a:spcAft>
              <a:buClr>
                <a:srgbClr val="4E2A84"/>
              </a:buClr>
              <a:buSzPts val="3600"/>
              <a:buNone/>
              <a:defRPr sz="1800">
                <a:solidFill>
                  <a:srgbClr val="4E2A84"/>
                </a:solidFill>
              </a:defRPr>
            </a:lvl8pPr>
            <a:lvl9pPr lvl="8" indent="0" rtl="0">
              <a:spcBef>
                <a:spcPts val="0"/>
              </a:spcBef>
              <a:spcAft>
                <a:spcPts val="0"/>
              </a:spcAft>
              <a:buClr>
                <a:srgbClr val="4E2A84"/>
              </a:buClr>
              <a:buSzPts val="3600"/>
              <a:buNone/>
              <a:defRPr sz="1800">
                <a:solidFill>
                  <a:srgbClr val="4E2A84"/>
                </a:solidFill>
              </a:defRPr>
            </a:lvl9pPr>
          </a:lstStyle>
          <a:p>
            <a:endParaRPr/>
          </a:p>
        </p:txBody>
      </p:sp>
      <p:sp>
        <p:nvSpPr>
          <p:cNvPr id="26" name="Google Shape;26;p4"/>
          <p:cNvSpPr txBox="1">
            <a:spLocks noGrp="1"/>
          </p:cNvSpPr>
          <p:nvPr>
            <p:ph type="body" idx="1"/>
          </p:nvPr>
        </p:nvSpPr>
        <p:spPr>
          <a:xfrm>
            <a:off x="623888" y="3442098"/>
            <a:ext cx="7886700" cy="11253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Helvetica Neue"/>
                <a:ea typeface="Helvetica Neue"/>
                <a:cs typeface="Helvetica Neue"/>
                <a:sym typeface="Helvetica Neue"/>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Helvetica Neue"/>
                <a:ea typeface="Helvetica Neue"/>
                <a:cs typeface="Helvetica Neue"/>
                <a:sym typeface="Helvetica Neue"/>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Helvetica Neue"/>
                <a:ea typeface="Helvetica Neue"/>
                <a:cs typeface="Helvetica Neue"/>
                <a:sym typeface="Helvetica Neue"/>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Helvetica Neue"/>
                <a:ea typeface="Helvetica Neue"/>
                <a:cs typeface="Helvetica Neue"/>
                <a:sym typeface="Helvetica Neue"/>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27" name="Google Shape;27;p4"/>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4"/>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9" name="Google Shape;29;p4"/>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0" y="300805"/>
            <a:ext cx="9144000" cy="6156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rtl="0">
              <a:spcBef>
                <a:spcPts val="0"/>
              </a:spcBef>
              <a:spcAft>
                <a:spcPts val="0"/>
              </a:spcAft>
              <a:buSzPts val="3600"/>
              <a:buNone/>
              <a:defRPr sz="1800"/>
            </a:lvl2pPr>
            <a:lvl3pPr lvl="2" indent="0" rtl="0">
              <a:spcBef>
                <a:spcPts val="0"/>
              </a:spcBef>
              <a:spcAft>
                <a:spcPts val="0"/>
              </a:spcAft>
              <a:buSzPts val="3600"/>
              <a:buNone/>
              <a:defRPr sz="1800"/>
            </a:lvl3pPr>
            <a:lvl4pPr lvl="3" indent="0" rtl="0">
              <a:spcBef>
                <a:spcPts val="0"/>
              </a:spcBef>
              <a:spcAft>
                <a:spcPts val="0"/>
              </a:spcAft>
              <a:buSzPts val="3600"/>
              <a:buNone/>
              <a:defRPr sz="1800"/>
            </a:lvl4pPr>
            <a:lvl5pPr lvl="4" indent="0" rtl="0">
              <a:spcBef>
                <a:spcPts val="0"/>
              </a:spcBef>
              <a:spcAft>
                <a:spcPts val="0"/>
              </a:spcAft>
              <a:buSzPts val="3600"/>
              <a:buNone/>
              <a:defRPr sz="1800"/>
            </a:lvl5pPr>
            <a:lvl6pPr lvl="5" indent="0" rtl="0">
              <a:spcBef>
                <a:spcPts val="0"/>
              </a:spcBef>
              <a:spcAft>
                <a:spcPts val="0"/>
              </a:spcAft>
              <a:buSzPts val="3600"/>
              <a:buNone/>
              <a:defRPr sz="1800"/>
            </a:lvl6pPr>
            <a:lvl7pPr lvl="6" indent="0" rtl="0">
              <a:spcBef>
                <a:spcPts val="0"/>
              </a:spcBef>
              <a:spcAft>
                <a:spcPts val="0"/>
              </a:spcAft>
              <a:buSzPts val="3600"/>
              <a:buNone/>
              <a:defRPr sz="1800"/>
            </a:lvl7pPr>
            <a:lvl8pPr lvl="7" indent="0" rtl="0">
              <a:spcBef>
                <a:spcPts val="0"/>
              </a:spcBef>
              <a:spcAft>
                <a:spcPts val="0"/>
              </a:spcAft>
              <a:buSzPts val="3600"/>
              <a:buNone/>
              <a:defRPr sz="1800"/>
            </a:lvl8pPr>
            <a:lvl9pPr lvl="8" indent="0" rtl="0">
              <a:spcBef>
                <a:spcPts val="0"/>
              </a:spcBef>
              <a:spcAft>
                <a:spcPts val="0"/>
              </a:spcAft>
              <a:buSzPts val="3600"/>
              <a:buNone/>
              <a:defRPr sz="1800"/>
            </a:lvl9pPr>
          </a:lstStyle>
          <a:p>
            <a:endParaRPr/>
          </a:p>
        </p:txBody>
      </p:sp>
      <p:sp>
        <p:nvSpPr>
          <p:cNvPr id="32" name="Google Shape;32;p5"/>
          <p:cNvSpPr txBox="1">
            <a:spLocks noGrp="1"/>
          </p:cNvSpPr>
          <p:nvPr>
            <p:ph type="body" idx="1"/>
          </p:nvPr>
        </p:nvSpPr>
        <p:spPr>
          <a:xfrm>
            <a:off x="628650" y="1369219"/>
            <a:ext cx="3886200" cy="32634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body" idx="2"/>
          </p:nvPr>
        </p:nvSpPr>
        <p:spPr>
          <a:xfrm>
            <a:off x="4629150" y="1369219"/>
            <a:ext cx="3886200" cy="32634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629841" y="273844"/>
            <a:ext cx="7886700" cy="9942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rtl="0">
              <a:spcBef>
                <a:spcPts val="0"/>
              </a:spcBef>
              <a:spcAft>
                <a:spcPts val="0"/>
              </a:spcAft>
              <a:buSzPts val="3600"/>
              <a:buNone/>
              <a:defRPr sz="1800"/>
            </a:lvl2pPr>
            <a:lvl3pPr lvl="2" indent="0" rtl="0">
              <a:spcBef>
                <a:spcPts val="0"/>
              </a:spcBef>
              <a:spcAft>
                <a:spcPts val="0"/>
              </a:spcAft>
              <a:buSzPts val="3600"/>
              <a:buNone/>
              <a:defRPr sz="1800"/>
            </a:lvl3pPr>
            <a:lvl4pPr lvl="3" indent="0" rtl="0">
              <a:spcBef>
                <a:spcPts val="0"/>
              </a:spcBef>
              <a:spcAft>
                <a:spcPts val="0"/>
              </a:spcAft>
              <a:buSzPts val="3600"/>
              <a:buNone/>
              <a:defRPr sz="1800"/>
            </a:lvl4pPr>
            <a:lvl5pPr lvl="4" indent="0" rtl="0">
              <a:spcBef>
                <a:spcPts val="0"/>
              </a:spcBef>
              <a:spcAft>
                <a:spcPts val="0"/>
              </a:spcAft>
              <a:buSzPts val="3600"/>
              <a:buNone/>
              <a:defRPr sz="1800"/>
            </a:lvl5pPr>
            <a:lvl6pPr lvl="5" indent="0" rtl="0">
              <a:spcBef>
                <a:spcPts val="0"/>
              </a:spcBef>
              <a:spcAft>
                <a:spcPts val="0"/>
              </a:spcAft>
              <a:buSzPts val="3600"/>
              <a:buNone/>
              <a:defRPr sz="1800"/>
            </a:lvl6pPr>
            <a:lvl7pPr lvl="6" indent="0" rtl="0">
              <a:spcBef>
                <a:spcPts val="0"/>
              </a:spcBef>
              <a:spcAft>
                <a:spcPts val="0"/>
              </a:spcAft>
              <a:buSzPts val="3600"/>
              <a:buNone/>
              <a:defRPr sz="1800"/>
            </a:lvl7pPr>
            <a:lvl8pPr lvl="7" indent="0" rtl="0">
              <a:spcBef>
                <a:spcPts val="0"/>
              </a:spcBef>
              <a:spcAft>
                <a:spcPts val="0"/>
              </a:spcAft>
              <a:buSzPts val="3600"/>
              <a:buNone/>
              <a:defRPr sz="1800"/>
            </a:lvl8pPr>
            <a:lvl9pPr lvl="8" indent="0" rtl="0">
              <a:spcBef>
                <a:spcPts val="0"/>
              </a:spcBef>
              <a:spcAft>
                <a:spcPts val="0"/>
              </a:spcAft>
              <a:buSzPts val="3600"/>
              <a:buNone/>
              <a:defRPr sz="1800"/>
            </a:lvl9pPr>
          </a:lstStyle>
          <a:p>
            <a:endParaRPr/>
          </a:p>
        </p:txBody>
      </p:sp>
      <p:sp>
        <p:nvSpPr>
          <p:cNvPr id="39" name="Google Shape;39;p6"/>
          <p:cNvSpPr txBox="1">
            <a:spLocks noGrp="1"/>
          </p:cNvSpPr>
          <p:nvPr>
            <p:ph type="body" idx="1"/>
          </p:nvPr>
        </p:nvSpPr>
        <p:spPr>
          <a:xfrm>
            <a:off x="629842" y="1260872"/>
            <a:ext cx="3868200" cy="6180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Helvetica Neue"/>
                <a:ea typeface="Helvetica Neue"/>
                <a:cs typeface="Helvetica Neue"/>
                <a:sym typeface="Helvetica Neue"/>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Helvetica Neue"/>
                <a:ea typeface="Helvetica Neue"/>
                <a:cs typeface="Helvetica Neue"/>
                <a:sym typeface="Helvetica Neue"/>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Helvetica Neue"/>
                <a:ea typeface="Helvetica Neue"/>
                <a:cs typeface="Helvetica Neue"/>
                <a:sym typeface="Helvetica Neue"/>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Helvetica Neue"/>
                <a:ea typeface="Helvetica Neue"/>
                <a:cs typeface="Helvetica Neue"/>
                <a:sym typeface="Helvetica Neue"/>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Helvetica Neue"/>
                <a:ea typeface="Helvetica Neue"/>
                <a:cs typeface="Helvetica Neue"/>
                <a:sym typeface="Helvetica Neue"/>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body" idx="2"/>
          </p:nvPr>
        </p:nvSpPr>
        <p:spPr>
          <a:xfrm>
            <a:off x="629842" y="1878806"/>
            <a:ext cx="3868200" cy="2763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body" idx="3"/>
          </p:nvPr>
        </p:nvSpPr>
        <p:spPr>
          <a:xfrm>
            <a:off x="4629150" y="1260872"/>
            <a:ext cx="3887400" cy="6180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Helvetica Neue"/>
                <a:ea typeface="Helvetica Neue"/>
                <a:cs typeface="Helvetica Neue"/>
                <a:sym typeface="Helvetica Neue"/>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Helvetica Neue"/>
                <a:ea typeface="Helvetica Neue"/>
                <a:cs typeface="Helvetica Neue"/>
                <a:sym typeface="Helvetica Neue"/>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Helvetica Neue"/>
                <a:ea typeface="Helvetica Neue"/>
                <a:cs typeface="Helvetica Neue"/>
                <a:sym typeface="Helvetica Neue"/>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Helvetica Neue"/>
                <a:ea typeface="Helvetica Neue"/>
                <a:cs typeface="Helvetica Neue"/>
                <a:sym typeface="Helvetica Neue"/>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Helvetica Neue"/>
                <a:ea typeface="Helvetica Neue"/>
                <a:cs typeface="Helvetica Neue"/>
                <a:sym typeface="Helvetica Neue"/>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body" idx="4"/>
          </p:nvPr>
        </p:nvSpPr>
        <p:spPr>
          <a:xfrm>
            <a:off x="4629150" y="1878806"/>
            <a:ext cx="3887400" cy="2763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0" y="300805"/>
            <a:ext cx="9144000" cy="615600"/>
          </a:xfrm>
          <a:prstGeom prst="rect">
            <a:avLst/>
          </a:prstGeom>
          <a:noFill/>
          <a:ln>
            <a:noFill/>
          </a:ln>
        </p:spPr>
        <p:txBody>
          <a:bodyPr spcFirstLastPara="1" wrap="square" lIns="91425" tIns="91425" rIns="91425" bIns="91425" anchor="ctr" anchorCtr="0">
            <a:noAutofit/>
          </a:bodyPr>
          <a:lstStyle>
            <a:lvl1pPr marL="0" marR="0" lvl="0" indent="0" rtl="0">
              <a:lnSpc>
                <a:spcPct val="90000"/>
              </a:lnSpc>
              <a:spcBef>
                <a:spcPts val="0"/>
              </a:spcBef>
              <a:spcAft>
                <a:spcPts val="0"/>
              </a:spcAft>
              <a:buClr>
                <a:srgbClr val="4E2A84"/>
              </a:buClr>
              <a:buSzPts val="3600"/>
              <a:buNone/>
              <a:defRPr i="0" u="none" strike="noStrike" cap="none">
                <a:solidFill>
                  <a:srgbClr val="4E2A84"/>
                </a:solidFill>
              </a:defRPr>
            </a:lvl1pPr>
            <a:lvl2pPr lvl="1" indent="0" rtl="0">
              <a:spcBef>
                <a:spcPts val="0"/>
              </a:spcBef>
              <a:spcAft>
                <a:spcPts val="0"/>
              </a:spcAft>
              <a:buClr>
                <a:srgbClr val="4E2A84"/>
              </a:buClr>
              <a:buSzPts val="3600"/>
              <a:buNone/>
              <a:defRPr>
                <a:solidFill>
                  <a:srgbClr val="4E2A84"/>
                </a:solidFill>
              </a:defRPr>
            </a:lvl2pPr>
            <a:lvl3pPr lvl="2" indent="0" rtl="0">
              <a:spcBef>
                <a:spcPts val="0"/>
              </a:spcBef>
              <a:spcAft>
                <a:spcPts val="0"/>
              </a:spcAft>
              <a:buClr>
                <a:srgbClr val="4E2A84"/>
              </a:buClr>
              <a:buSzPts val="3600"/>
              <a:buNone/>
              <a:defRPr>
                <a:solidFill>
                  <a:srgbClr val="4E2A84"/>
                </a:solidFill>
              </a:defRPr>
            </a:lvl3pPr>
            <a:lvl4pPr lvl="3" indent="0" rtl="0">
              <a:spcBef>
                <a:spcPts val="0"/>
              </a:spcBef>
              <a:spcAft>
                <a:spcPts val="0"/>
              </a:spcAft>
              <a:buClr>
                <a:srgbClr val="4E2A84"/>
              </a:buClr>
              <a:buSzPts val="3600"/>
              <a:buNone/>
              <a:defRPr>
                <a:solidFill>
                  <a:srgbClr val="4E2A84"/>
                </a:solidFill>
              </a:defRPr>
            </a:lvl4pPr>
            <a:lvl5pPr lvl="4" indent="0" rtl="0">
              <a:spcBef>
                <a:spcPts val="0"/>
              </a:spcBef>
              <a:spcAft>
                <a:spcPts val="0"/>
              </a:spcAft>
              <a:buClr>
                <a:srgbClr val="4E2A84"/>
              </a:buClr>
              <a:buSzPts val="3600"/>
              <a:buNone/>
              <a:defRPr>
                <a:solidFill>
                  <a:srgbClr val="4E2A84"/>
                </a:solidFill>
              </a:defRPr>
            </a:lvl5pPr>
            <a:lvl6pPr lvl="5" indent="0" rtl="0">
              <a:spcBef>
                <a:spcPts val="0"/>
              </a:spcBef>
              <a:spcAft>
                <a:spcPts val="0"/>
              </a:spcAft>
              <a:buClr>
                <a:srgbClr val="4E2A84"/>
              </a:buClr>
              <a:buSzPts val="3600"/>
              <a:buNone/>
              <a:defRPr>
                <a:solidFill>
                  <a:srgbClr val="4E2A84"/>
                </a:solidFill>
              </a:defRPr>
            </a:lvl6pPr>
            <a:lvl7pPr lvl="6" indent="0" rtl="0">
              <a:spcBef>
                <a:spcPts val="0"/>
              </a:spcBef>
              <a:spcAft>
                <a:spcPts val="0"/>
              </a:spcAft>
              <a:buClr>
                <a:srgbClr val="4E2A84"/>
              </a:buClr>
              <a:buSzPts val="3600"/>
              <a:buNone/>
              <a:defRPr>
                <a:solidFill>
                  <a:srgbClr val="4E2A84"/>
                </a:solidFill>
              </a:defRPr>
            </a:lvl7pPr>
            <a:lvl8pPr lvl="7" indent="0" rtl="0">
              <a:spcBef>
                <a:spcPts val="0"/>
              </a:spcBef>
              <a:spcAft>
                <a:spcPts val="0"/>
              </a:spcAft>
              <a:buClr>
                <a:srgbClr val="4E2A84"/>
              </a:buClr>
              <a:buSzPts val="3600"/>
              <a:buNone/>
              <a:defRPr>
                <a:solidFill>
                  <a:srgbClr val="4E2A84"/>
                </a:solidFill>
              </a:defRPr>
            </a:lvl8pPr>
            <a:lvl9pPr lvl="8" indent="0" rtl="0">
              <a:spcBef>
                <a:spcPts val="0"/>
              </a:spcBef>
              <a:spcAft>
                <a:spcPts val="0"/>
              </a:spcAft>
              <a:buClr>
                <a:srgbClr val="4E2A84"/>
              </a:buClr>
              <a:buSzPts val="3600"/>
              <a:buNone/>
              <a:defRPr>
                <a:solidFill>
                  <a:srgbClr val="4E2A84"/>
                </a:solidFill>
              </a:defRPr>
            </a:lvl9pPr>
          </a:lstStyle>
          <a:p>
            <a:endParaRPr/>
          </a:p>
        </p:txBody>
      </p:sp>
      <p:sp>
        <p:nvSpPr>
          <p:cNvPr id="48" name="Google Shape;48;p7"/>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7"/>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0" name="Google Shape;50;p7"/>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1"/>
        <p:cNvGrpSpPr/>
        <p:nvPr/>
      </p:nvGrpSpPr>
      <p:grpSpPr>
        <a:xfrm>
          <a:off x="0" y="0"/>
          <a:ext cx="0" cy="0"/>
          <a:chOff x="0" y="0"/>
          <a:chExt cx="0" cy="0"/>
        </a:xfrm>
      </p:grpSpPr>
      <p:sp>
        <p:nvSpPr>
          <p:cNvPr id="52" name="Google Shape;52;p8"/>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629841" y="342900"/>
            <a:ext cx="2949300" cy="12003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indent="0" rtl="0">
              <a:spcBef>
                <a:spcPts val="0"/>
              </a:spcBef>
              <a:spcAft>
                <a:spcPts val="0"/>
              </a:spcAft>
              <a:buSzPts val="3600"/>
              <a:buNone/>
              <a:defRPr sz="1800"/>
            </a:lvl2pPr>
            <a:lvl3pPr lvl="2" indent="0" rtl="0">
              <a:spcBef>
                <a:spcPts val="0"/>
              </a:spcBef>
              <a:spcAft>
                <a:spcPts val="0"/>
              </a:spcAft>
              <a:buSzPts val="3600"/>
              <a:buNone/>
              <a:defRPr sz="1800"/>
            </a:lvl3pPr>
            <a:lvl4pPr lvl="3" indent="0" rtl="0">
              <a:spcBef>
                <a:spcPts val="0"/>
              </a:spcBef>
              <a:spcAft>
                <a:spcPts val="0"/>
              </a:spcAft>
              <a:buSzPts val="3600"/>
              <a:buNone/>
              <a:defRPr sz="1800"/>
            </a:lvl4pPr>
            <a:lvl5pPr lvl="4" indent="0" rtl="0">
              <a:spcBef>
                <a:spcPts val="0"/>
              </a:spcBef>
              <a:spcAft>
                <a:spcPts val="0"/>
              </a:spcAft>
              <a:buSzPts val="3600"/>
              <a:buNone/>
              <a:defRPr sz="1800"/>
            </a:lvl5pPr>
            <a:lvl6pPr lvl="5" indent="0" rtl="0">
              <a:spcBef>
                <a:spcPts val="0"/>
              </a:spcBef>
              <a:spcAft>
                <a:spcPts val="0"/>
              </a:spcAft>
              <a:buSzPts val="3600"/>
              <a:buNone/>
              <a:defRPr sz="1800"/>
            </a:lvl6pPr>
            <a:lvl7pPr lvl="6" indent="0" rtl="0">
              <a:spcBef>
                <a:spcPts val="0"/>
              </a:spcBef>
              <a:spcAft>
                <a:spcPts val="0"/>
              </a:spcAft>
              <a:buSzPts val="3600"/>
              <a:buNone/>
              <a:defRPr sz="1800"/>
            </a:lvl7pPr>
            <a:lvl8pPr lvl="7" indent="0" rtl="0">
              <a:spcBef>
                <a:spcPts val="0"/>
              </a:spcBef>
              <a:spcAft>
                <a:spcPts val="0"/>
              </a:spcAft>
              <a:buSzPts val="3600"/>
              <a:buNone/>
              <a:defRPr sz="1800"/>
            </a:lvl8pPr>
            <a:lvl9pPr lvl="8" indent="0" rtl="0">
              <a:spcBef>
                <a:spcPts val="0"/>
              </a:spcBef>
              <a:spcAft>
                <a:spcPts val="0"/>
              </a:spcAft>
              <a:buSzPts val="3600"/>
              <a:buNone/>
              <a:defRPr sz="1800"/>
            </a:lvl9pPr>
          </a:lstStyle>
          <a:p>
            <a:endParaRPr/>
          </a:p>
        </p:txBody>
      </p:sp>
      <p:sp>
        <p:nvSpPr>
          <p:cNvPr id="57" name="Google Shape;57;p9"/>
          <p:cNvSpPr txBox="1">
            <a:spLocks noGrp="1"/>
          </p:cNvSpPr>
          <p:nvPr>
            <p:ph type="body" idx="1"/>
          </p:nvPr>
        </p:nvSpPr>
        <p:spPr>
          <a:xfrm>
            <a:off x="3887391" y="740569"/>
            <a:ext cx="4629300" cy="3655200"/>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Helvetica Neue"/>
                <a:ea typeface="Helvetica Neue"/>
                <a:cs typeface="Helvetica Neue"/>
                <a:sym typeface="Helvetica Neue"/>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body" idx="2"/>
          </p:nvPr>
        </p:nvSpPr>
        <p:spPr>
          <a:xfrm>
            <a:off x="629841" y="1543050"/>
            <a:ext cx="2949300" cy="28587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629841" y="342900"/>
            <a:ext cx="2949300" cy="12003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indent="0" rtl="0">
              <a:spcBef>
                <a:spcPts val="0"/>
              </a:spcBef>
              <a:spcAft>
                <a:spcPts val="0"/>
              </a:spcAft>
              <a:buSzPts val="3600"/>
              <a:buNone/>
              <a:defRPr sz="1800"/>
            </a:lvl2pPr>
            <a:lvl3pPr lvl="2" indent="0" rtl="0">
              <a:spcBef>
                <a:spcPts val="0"/>
              </a:spcBef>
              <a:spcAft>
                <a:spcPts val="0"/>
              </a:spcAft>
              <a:buSzPts val="3600"/>
              <a:buNone/>
              <a:defRPr sz="1800"/>
            </a:lvl3pPr>
            <a:lvl4pPr lvl="3" indent="0" rtl="0">
              <a:spcBef>
                <a:spcPts val="0"/>
              </a:spcBef>
              <a:spcAft>
                <a:spcPts val="0"/>
              </a:spcAft>
              <a:buSzPts val="3600"/>
              <a:buNone/>
              <a:defRPr sz="1800"/>
            </a:lvl4pPr>
            <a:lvl5pPr lvl="4" indent="0" rtl="0">
              <a:spcBef>
                <a:spcPts val="0"/>
              </a:spcBef>
              <a:spcAft>
                <a:spcPts val="0"/>
              </a:spcAft>
              <a:buSzPts val="3600"/>
              <a:buNone/>
              <a:defRPr sz="1800"/>
            </a:lvl5pPr>
            <a:lvl6pPr lvl="5" indent="0" rtl="0">
              <a:spcBef>
                <a:spcPts val="0"/>
              </a:spcBef>
              <a:spcAft>
                <a:spcPts val="0"/>
              </a:spcAft>
              <a:buSzPts val="3600"/>
              <a:buNone/>
              <a:defRPr sz="1800"/>
            </a:lvl6pPr>
            <a:lvl7pPr lvl="6" indent="0" rtl="0">
              <a:spcBef>
                <a:spcPts val="0"/>
              </a:spcBef>
              <a:spcAft>
                <a:spcPts val="0"/>
              </a:spcAft>
              <a:buSzPts val="3600"/>
              <a:buNone/>
              <a:defRPr sz="1800"/>
            </a:lvl7pPr>
            <a:lvl8pPr lvl="7" indent="0" rtl="0">
              <a:spcBef>
                <a:spcPts val="0"/>
              </a:spcBef>
              <a:spcAft>
                <a:spcPts val="0"/>
              </a:spcAft>
              <a:buSzPts val="3600"/>
              <a:buNone/>
              <a:defRPr sz="1800"/>
            </a:lvl8pPr>
            <a:lvl9pPr lvl="8" indent="0" rtl="0">
              <a:spcBef>
                <a:spcPts val="0"/>
              </a:spcBef>
              <a:spcAft>
                <a:spcPts val="0"/>
              </a:spcAft>
              <a:buSzPts val="3600"/>
              <a:buNone/>
              <a:defRPr sz="1800"/>
            </a:lvl9pPr>
          </a:lstStyle>
          <a:p>
            <a:endParaRPr/>
          </a:p>
        </p:txBody>
      </p:sp>
      <p:sp>
        <p:nvSpPr>
          <p:cNvPr id="64" name="Google Shape;64;p10"/>
          <p:cNvSpPr>
            <a:spLocks noGrp="1"/>
          </p:cNvSpPr>
          <p:nvPr>
            <p:ph type="pic" idx="2"/>
          </p:nvPr>
        </p:nvSpPr>
        <p:spPr>
          <a:xfrm>
            <a:off x="3887391" y="740569"/>
            <a:ext cx="4629300" cy="3655200"/>
          </a:xfrm>
          <a:prstGeom prst="rect">
            <a:avLst/>
          </a:prstGeom>
          <a:noFill/>
          <a:ln>
            <a:noFill/>
          </a:ln>
        </p:spPr>
        <p:txBody>
          <a:bodyPr spcFirstLastPara="1" wrap="square" lIns="91425" tIns="91425" rIns="91425" bIns="91425" anchor="t" anchorCtr="0">
            <a:noAutofit/>
          </a:bodyPr>
          <a:lstStyle>
            <a:lvl1pPr marL="0" marR="0" lvl="0" indent="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Helvetica Neue"/>
                <a:ea typeface="Helvetica Neue"/>
                <a:cs typeface="Helvetica Neue"/>
                <a:sym typeface="Helvetica Neue"/>
              </a:defRPr>
            </a:lvl1pPr>
            <a:lvl2pPr marL="457200" marR="0" lvl="1" indent="0"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Helvetica Neue"/>
                <a:ea typeface="Helvetica Neue"/>
                <a:cs typeface="Helvetica Neue"/>
                <a:sym typeface="Helvetica Neue"/>
              </a:defRPr>
            </a:lvl2pPr>
            <a:lvl3pPr marL="914400" marR="0" lvl="2"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Helvetica Neue"/>
                <a:ea typeface="Helvetica Neue"/>
                <a:cs typeface="Helvetica Neue"/>
                <a:sym typeface="Helvetica Neue"/>
              </a:defRPr>
            </a:lvl3pPr>
            <a:lvl4pPr marL="1371600" marR="0" lvl="3"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Helvetica Neue"/>
                <a:ea typeface="Helvetica Neue"/>
                <a:cs typeface="Helvetica Neue"/>
                <a:sym typeface="Helvetica Neue"/>
              </a:defRPr>
            </a:lvl4pPr>
            <a:lvl5pPr marL="1828800" marR="0" lvl="4"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Helvetica Neue"/>
                <a:ea typeface="Helvetica Neue"/>
                <a:cs typeface="Helvetica Neue"/>
                <a:sym typeface="Helvetica Neue"/>
              </a:defRPr>
            </a:lvl5pPr>
            <a:lvl6pPr marL="2286000" marR="0" lvl="5"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body" idx="1"/>
          </p:nvPr>
        </p:nvSpPr>
        <p:spPr>
          <a:xfrm>
            <a:off x="629841" y="1543050"/>
            <a:ext cx="2949300" cy="28587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6" name="Google Shape;66;p10"/>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10"/>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
        <p:cNvGrpSpPr/>
        <p:nvPr/>
      </p:nvGrpSpPr>
      <p:grpSpPr>
        <a:xfrm>
          <a:off x="0" y="0"/>
          <a:ext cx="0" cy="0"/>
          <a:chOff x="0" y="0"/>
          <a:chExt cx="0" cy="0"/>
        </a:xfrm>
      </p:grpSpPr>
      <p:sp>
        <p:nvSpPr>
          <p:cNvPr id="70" name="Google Shape;70;p11"/>
          <p:cNvSpPr txBox="1">
            <a:spLocks noGrp="1"/>
          </p:cNvSpPr>
          <p:nvPr>
            <p:ph type="title"/>
          </p:nvPr>
        </p:nvSpPr>
        <p:spPr>
          <a:xfrm>
            <a:off x="0" y="300805"/>
            <a:ext cx="9144000" cy="6156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rtl="0">
              <a:spcBef>
                <a:spcPts val="0"/>
              </a:spcBef>
              <a:spcAft>
                <a:spcPts val="0"/>
              </a:spcAft>
              <a:buSzPts val="3600"/>
              <a:buNone/>
              <a:defRPr sz="1800"/>
            </a:lvl2pPr>
            <a:lvl3pPr lvl="2" indent="0" rtl="0">
              <a:spcBef>
                <a:spcPts val="0"/>
              </a:spcBef>
              <a:spcAft>
                <a:spcPts val="0"/>
              </a:spcAft>
              <a:buSzPts val="3600"/>
              <a:buNone/>
              <a:defRPr sz="1800"/>
            </a:lvl3pPr>
            <a:lvl4pPr lvl="3" indent="0" rtl="0">
              <a:spcBef>
                <a:spcPts val="0"/>
              </a:spcBef>
              <a:spcAft>
                <a:spcPts val="0"/>
              </a:spcAft>
              <a:buSzPts val="3600"/>
              <a:buNone/>
              <a:defRPr sz="1800"/>
            </a:lvl4pPr>
            <a:lvl5pPr lvl="4" indent="0" rtl="0">
              <a:spcBef>
                <a:spcPts val="0"/>
              </a:spcBef>
              <a:spcAft>
                <a:spcPts val="0"/>
              </a:spcAft>
              <a:buSzPts val="3600"/>
              <a:buNone/>
              <a:defRPr sz="1800"/>
            </a:lvl5pPr>
            <a:lvl6pPr lvl="5" indent="0" rtl="0">
              <a:spcBef>
                <a:spcPts val="0"/>
              </a:spcBef>
              <a:spcAft>
                <a:spcPts val="0"/>
              </a:spcAft>
              <a:buSzPts val="3600"/>
              <a:buNone/>
              <a:defRPr sz="1800"/>
            </a:lvl6pPr>
            <a:lvl7pPr lvl="6" indent="0" rtl="0">
              <a:spcBef>
                <a:spcPts val="0"/>
              </a:spcBef>
              <a:spcAft>
                <a:spcPts val="0"/>
              </a:spcAft>
              <a:buSzPts val="3600"/>
              <a:buNone/>
              <a:defRPr sz="1800"/>
            </a:lvl7pPr>
            <a:lvl8pPr lvl="7" indent="0" rtl="0">
              <a:spcBef>
                <a:spcPts val="0"/>
              </a:spcBef>
              <a:spcAft>
                <a:spcPts val="0"/>
              </a:spcAft>
              <a:buSzPts val="3600"/>
              <a:buNone/>
              <a:defRPr sz="1800"/>
            </a:lvl8pPr>
            <a:lvl9pPr lvl="8" indent="0" rtl="0">
              <a:spcBef>
                <a:spcPts val="0"/>
              </a:spcBef>
              <a:spcAft>
                <a:spcPts val="0"/>
              </a:spcAft>
              <a:buSzPts val="3600"/>
              <a:buNone/>
              <a:defRPr sz="1800"/>
            </a:lvl9pPr>
          </a:lstStyle>
          <a:p>
            <a:endParaRPr/>
          </a:p>
        </p:txBody>
      </p:sp>
      <p:sp>
        <p:nvSpPr>
          <p:cNvPr id="71" name="Google Shape;71;p11"/>
          <p:cNvSpPr txBox="1">
            <a:spLocks noGrp="1"/>
          </p:cNvSpPr>
          <p:nvPr>
            <p:ph type="body" idx="1"/>
          </p:nvPr>
        </p:nvSpPr>
        <p:spPr>
          <a:xfrm rot="5400000">
            <a:off x="2940300" y="-942431"/>
            <a:ext cx="3263400" cy="78867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2" name="Google Shape;72;p11"/>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11"/>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rot="5400000">
            <a:off x="5350050" y="1467544"/>
            <a:ext cx="4359000" cy="19716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rtl="0">
              <a:spcBef>
                <a:spcPts val="0"/>
              </a:spcBef>
              <a:spcAft>
                <a:spcPts val="0"/>
              </a:spcAft>
              <a:buSzPts val="3600"/>
              <a:buNone/>
              <a:defRPr sz="1800"/>
            </a:lvl2pPr>
            <a:lvl3pPr lvl="2" indent="0" rtl="0">
              <a:spcBef>
                <a:spcPts val="0"/>
              </a:spcBef>
              <a:spcAft>
                <a:spcPts val="0"/>
              </a:spcAft>
              <a:buSzPts val="3600"/>
              <a:buNone/>
              <a:defRPr sz="1800"/>
            </a:lvl3pPr>
            <a:lvl4pPr lvl="3" indent="0" rtl="0">
              <a:spcBef>
                <a:spcPts val="0"/>
              </a:spcBef>
              <a:spcAft>
                <a:spcPts val="0"/>
              </a:spcAft>
              <a:buSzPts val="3600"/>
              <a:buNone/>
              <a:defRPr sz="1800"/>
            </a:lvl4pPr>
            <a:lvl5pPr lvl="4" indent="0" rtl="0">
              <a:spcBef>
                <a:spcPts val="0"/>
              </a:spcBef>
              <a:spcAft>
                <a:spcPts val="0"/>
              </a:spcAft>
              <a:buSzPts val="3600"/>
              <a:buNone/>
              <a:defRPr sz="1800"/>
            </a:lvl5pPr>
            <a:lvl6pPr lvl="5" indent="0" rtl="0">
              <a:spcBef>
                <a:spcPts val="0"/>
              </a:spcBef>
              <a:spcAft>
                <a:spcPts val="0"/>
              </a:spcAft>
              <a:buSzPts val="3600"/>
              <a:buNone/>
              <a:defRPr sz="1800"/>
            </a:lvl6pPr>
            <a:lvl7pPr lvl="6" indent="0" rtl="0">
              <a:spcBef>
                <a:spcPts val="0"/>
              </a:spcBef>
              <a:spcAft>
                <a:spcPts val="0"/>
              </a:spcAft>
              <a:buSzPts val="3600"/>
              <a:buNone/>
              <a:defRPr sz="1800"/>
            </a:lvl7pPr>
            <a:lvl8pPr lvl="7" indent="0" rtl="0">
              <a:spcBef>
                <a:spcPts val="0"/>
              </a:spcBef>
              <a:spcAft>
                <a:spcPts val="0"/>
              </a:spcAft>
              <a:buSzPts val="3600"/>
              <a:buNone/>
              <a:defRPr sz="1800"/>
            </a:lvl8pPr>
            <a:lvl9pPr lvl="8" indent="0" rtl="0">
              <a:spcBef>
                <a:spcPts val="0"/>
              </a:spcBef>
              <a:spcAft>
                <a:spcPts val="0"/>
              </a:spcAft>
              <a:buSzPts val="3600"/>
              <a:buNone/>
              <a:defRPr sz="1800"/>
            </a:lvl9pPr>
          </a:lstStyle>
          <a:p>
            <a:endParaRPr/>
          </a:p>
        </p:txBody>
      </p:sp>
      <p:sp>
        <p:nvSpPr>
          <p:cNvPr id="77" name="Google Shape;77;p12"/>
          <p:cNvSpPr txBox="1">
            <a:spLocks noGrp="1"/>
          </p:cNvSpPr>
          <p:nvPr>
            <p:ph type="body" idx="1"/>
          </p:nvPr>
        </p:nvSpPr>
        <p:spPr>
          <a:xfrm rot="5400000">
            <a:off x="1349475" y="-447056"/>
            <a:ext cx="4359000" cy="58008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Helvetica Neue"/>
                <a:ea typeface="Helvetica Neue"/>
                <a:cs typeface="Helvetica Neue"/>
                <a:sym typeface="Helvetica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dt" idx="10"/>
          </p:nvPr>
        </p:nvSpPr>
        <p:spPr>
          <a:xfrm>
            <a:off x="628650" y="4767263"/>
            <a:ext cx="2057400" cy="2739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ftr" idx="11"/>
          </p:nvPr>
        </p:nvSpPr>
        <p:spPr>
          <a:xfrm>
            <a:off x="3028950" y="4767263"/>
            <a:ext cx="3086100" cy="2739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a:solidFill>
                  <a:srgbClr val="888888"/>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0" name="Google Shape;80;p12"/>
          <p:cNvSpPr txBox="1">
            <a:spLocks noGrp="1"/>
          </p:cNvSpPr>
          <p:nvPr>
            <p:ph type="sldNum" idx="12"/>
          </p:nvPr>
        </p:nvSpPr>
        <p:spPr>
          <a:xfrm>
            <a:off x="7086600" y="4833957"/>
            <a:ext cx="20574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1"/>
        <p:cNvGrpSpPr/>
        <p:nvPr/>
      </p:nvGrpSpPr>
      <p:grpSpPr>
        <a:xfrm>
          <a:off x="0" y="0"/>
          <a:ext cx="0" cy="0"/>
          <a:chOff x="0" y="0"/>
          <a:chExt cx="0" cy="0"/>
        </a:xfrm>
      </p:grpSpPr>
      <p:sp>
        <p:nvSpPr>
          <p:cNvPr id="82" name="Google Shape;82;p13"/>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83" name="Google Shape;83;p1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406400" rtl="0">
              <a:spcBef>
                <a:spcPts val="1000"/>
              </a:spcBef>
              <a:spcAft>
                <a:spcPts val="0"/>
              </a:spcAft>
              <a:buSzPts val="2800"/>
              <a:buChar char="•"/>
              <a:defRPr/>
            </a:lvl1pPr>
            <a:lvl2pPr marL="914400" lvl="1" indent="-381000" rtl="0">
              <a:spcBef>
                <a:spcPts val="500"/>
              </a:spcBef>
              <a:spcAft>
                <a:spcPts val="0"/>
              </a:spcAft>
              <a:buSzPts val="2400"/>
              <a:buChar char="•"/>
              <a:defRPr/>
            </a:lvl2pPr>
            <a:lvl3pPr marL="1371600" lvl="2" indent="-355600" rtl="0">
              <a:spcBef>
                <a:spcPts val="500"/>
              </a:spcBef>
              <a:spcAft>
                <a:spcPts val="0"/>
              </a:spcAft>
              <a:buSzPts val="2000"/>
              <a:buChar char="•"/>
              <a:defRPr/>
            </a:lvl3pPr>
            <a:lvl4pPr marL="1828800" lvl="3" indent="-342900" rtl="0">
              <a:spcBef>
                <a:spcPts val="500"/>
              </a:spcBef>
              <a:spcAft>
                <a:spcPts val="0"/>
              </a:spcAft>
              <a:buSzPts val="1800"/>
              <a:buChar char="•"/>
              <a:defRPr/>
            </a:lvl4pPr>
            <a:lvl5pPr marL="2286000" lvl="4" indent="-342900" rtl="0">
              <a:spcBef>
                <a:spcPts val="500"/>
              </a:spcBef>
              <a:spcAft>
                <a:spcPts val="0"/>
              </a:spcAft>
              <a:buSzPts val="1800"/>
              <a:buChar char="•"/>
              <a:defRPr/>
            </a:lvl5pPr>
            <a:lvl6pPr marL="2743200" lvl="5" indent="-342900" rtl="0">
              <a:spcBef>
                <a:spcPts val="500"/>
              </a:spcBef>
              <a:spcAft>
                <a:spcPts val="0"/>
              </a:spcAft>
              <a:buSzPts val="1800"/>
              <a:buChar char="•"/>
              <a:defRPr/>
            </a:lvl6pPr>
            <a:lvl7pPr marL="3200400" lvl="6" indent="-342900" rtl="0">
              <a:spcBef>
                <a:spcPts val="500"/>
              </a:spcBef>
              <a:spcAft>
                <a:spcPts val="0"/>
              </a:spcAft>
              <a:buSzPts val="1800"/>
              <a:buChar char="•"/>
              <a:defRPr/>
            </a:lvl7pPr>
            <a:lvl8pPr marL="3657600" lvl="7" indent="-342900" rtl="0">
              <a:spcBef>
                <a:spcPts val="500"/>
              </a:spcBef>
              <a:spcAft>
                <a:spcPts val="0"/>
              </a:spcAft>
              <a:buSzPts val="1800"/>
              <a:buChar char="•"/>
              <a:defRPr/>
            </a:lvl8pPr>
            <a:lvl9pPr marL="4114800" lvl="8" indent="-342900" rtl="0">
              <a:spcBef>
                <a:spcPts val="500"/>
              </a:spcBef>
              <a:spcAft>
                <a:spcPts val="0"/>
              </a:spcAft>
              <a:buSzPts val="1800"/>
              <a:buChar char="•"/>
              <a:defRPr/>
            </a:lvl9pPr>
          </a:lstStyle>
          <a:p>
            <a:endParaRPr/>
          </a:p>
        </p:txBody>
      </p:sp>
      <p:sp>
        <p:nvSpPr>
          <p:cNvPr id="84" name="Google Shape;8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_HEADER_1">
  <p:cSld name="SECTION_HEADER_1">
    <p:spTree>
      <p:nvGrpSpPr>
        <p:cNvPr id="1" name="Shape 85"/>
        <p:cNvGrpSpPr/>
        <p:nvPr/>
      </p:nvGrpSpPr>
      <p:grpSpPr>
        <a:xfrm>
          <a:off x="0" y="0"/>
          <a:ext cx="0" cy="0"/>
          <a:chOff x="0" y="0"/>
          <a:chExt cx="0" cy="0"/>
        </a:xfrm>
      </p:grpSpPr>
      <p:sp>
        <p:nvSpPr>
          <p:cNvPr id="86" name="Google Shape;86;p1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7" name="Google Shape;8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ONIC PPT Template">
  <p:cSld name="TITLE_1">
    <p:spTree>
      <p:nvGrpSpPr>
        <p:cNvPr id="1" name="Shape 88"/>
        <p:cNvGrpSpPr/>
        <p:nvPr/>
      </p:nvGrpSpPr>
      <p:grpSpPr>
        <a:xfrm>
          <a:off x="0" y="0"/>
          <a:ext cx="0" cy="0"/>
          <a:chOff x="0" y="0"/>
          <a:chExt cx="0" cy="0"/>
        </a:xfrm>
      </p:grpSpPr>
      <p:sp>
        <p:nvSpPr>
          <p:cNvPr id="89" name="Google Shape;89;p15"/>
          <p:cNvSpPr txBox="1">
            <a:spLocks noGrp="1"/>
          </p:cNvSpPr>
          <p:nvPr>
            <p:ph type="subTitle" idx="1"/>
          </p:nvPr>
        </p:nvSpPr>
        <p:spPr>
          <a:xfrm>
            <a:off x="462500" y="2701525"/>
            <a:ext cx="8219100" cy="1241700"/>
          </a:xfrm>
          <a:prstGeom prst="rect">
            <a:avLst/>
          </a:prstGeom>
          <a:noFill/>
          <a:ln>
            <a:noFill/>
          </a:ln>
        </p:spPr>
        <p:txBody>
          <a:bodyPr spcFirstLastPara="1" wrap="square" lIns="91425" tIns="45700" rIns="91425" bIns="45700" anchor="t" anchorCtr="0">
            <a:noAutofit/>
          </a:bodyPr>
          <a:lstStyle>
            <a:lvl1pPr lvl="0" rtl="0">
              <a:lnSpc>
                <a:spcPct val="90000"/>
              </a:lnSpc>
              <a:spcBef>
                <a:spcPts val="750"/>
              </a:spcBef>
              <a:spcAft>
                <a:spcPts val="0"/>
              </a:spcAft>
              <a:buClr>
                <a:schemeClr val="dk1"/>
              </a:buClr>
              <a:buSzPts val="2400"/>
              <a:buFont typeface="Helvetica Neue"/>
              <a:buNone/>
              <a:defRPr sz="2400">
                <a:latin typeface="Helvetica Neue"/>
                <a:ea typeface="Helvetica Neue"/>
                <a:cs typeface="Helvetica Neue"/>
                <a:sym typeface="Helvetica Neue"/>
              </a:defRPr>
            </a:lvl1pPr>
            <a:lvl2pPr lvl="1"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2pPr>
            <a:lvl3pPr lvl="2"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3pPr>
            <a:lvl4pPr lvl="3"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4pPr>
            <a:lvl5pPr lvl="4"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5pPr>
            <a:lvl6pPr lvl="5"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6pPr>
            <a:lvl7pPr lvl="6"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7pPr>
            <a:lvl8pPr lvl="7"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8pPr>
            <a:lvl9pPr lvl="8" rtl="0">
              <a:lnSpc>
                <a:spcPct val="90000"/>
              </a:lnSpc>
              <a:spcBef>
                <a:spcPts val="375"/>
              </a:spcBef>
              <a:spcAft>
                <a:spcPts val="0"/>
              </a:spcAft>
              <a:buClr>
                <a:schemeClr val="dk1"/>
              </a:buClr>
              <a:buSzPts val="2400"/>
              <a:buFont typeface="Helvetica Neue"/>
              <a:buNone/>
              <a:defRPr sz="2400">
                <a:latin typeface="Helvetica Neue"/>
                <a:ea typeface="Helvetica Neue"/>
                <a:cs typeface="Helvetica Neue"/>
                <a:sym typeface="Helvetica Neue"/>
              </a:defRPr>
            </a:lvl9pPr>
          </a:lstStyle>
          <a:p>
            <a:endParaRPr/>
          </a:p>
        </p:txBody>
      </p:sp>
      <p:sp>
        <p:nvSpPr>
          <p:cNvPr id="90" name="Google Shape;90;p15"/>
          <p:cNvSpPr txBox="1">
            <a:spLocks noGrp="1"/>
          </p:cNvSpPr>
          <p:nvPr>
            <p:ph type="title"/>
          </p:nvPr>
        </p:nvSpPr>
        <p:spPr>
          <a:xfrm>
            <a:off x="462500" y="1501250"/>
            <a:ext cx="8219100" cy="1241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4E2A84"/>
              </a:buClr>
              <a:buSzPts val="4200"/>
              <a:buFont typeface="Helvetica Neue"/>
              <a:buNone/>
              <a:defRPr sz="4200" b="1">
                <a:solidFill>
                  <a:srgbClr val="4E2A84"/>
                </a:solidFill>
                <a:latin typeface="Helvetica Neue"/>
                <a:ea typeface="Helvetica Neue"/>
                <a:cs typeface="Helvetica Neue"/>
                <a:sym typeface="Helvetica Neu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1">
  <p:cSld name="OBJECT_1">
    <p:spTree>
      <p:nvGrpSpPr>
        <p:cNvPr id="1" name="Shape 91"/>
        <p:cNvGrpSpPr/>
        <p:nvPr/>
      </p:nvGrpSpPr>
      <p:grpSpPr>
        <a:xfrm>
          <a:off x="0" y="0"/>
          <a:ext cx="0" cy="0"/>
          <a:chOff x="0" y="0"/>
          <a:chExt cx="0" cy="0"/>
        </a:xfrm>
      </p:grpSpPr>
      <p:sp>
        <p:nvSpPr>
          <p:cNvPr id="92" name="Google Shape;92;p16"/>
          <p:cNvSpPr txBox="1">
            <a:spLocks noGrp="1"/>
          </p:cNvSpPr>
          <p:nvPr>
            <p:ph type="title"/>
          </p:nvPr>
        </p:nvSpPr>
        <p:spPr>
          <a:xfrm>
            <a:off x="462500" y="462500"/>
            <a:ext cx="8219100" cy="9099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1pPr>
            <a:lvl2pPr lvl="1" rtl="0">
              <a:spcBef>
                <a:spcPts val="0"/>
              </a:spcBef>
              <a:spcAft>
                <a:spcPts val="0"/>
              </a:spcAft>
              <a:buSzPts val="3600"/>
              <a:buFont typeface="Helvetica Neue"/>
              <a:buNone/>
              <a:defRPr sz="3600">
                <a:latin typeface="Helvetica Neue"/>
                <a:ea typeface="Helvetica Neue"/>
                <a:cs typeface="Helvetica Neue"/>
                <a:sym typeface="Helvetica Neue"/>
              </a:defRPr>
            </a:lvl2pPr>
            <a:lvl3pPr lvl="2" rtl="0">
              <a:spcBef>
                <a:spcPts val="0"/>
              </a:spcBef>
              <a:spcAft>
                <a:spcPts val="0"/>
              </a:spcAft>
              <a:buSzPts val="3600"/>
              <a:buFont typeface="Helvetica Neue"/>
              <a:buNone/>
              <a:defRPr sz="3600">
                <a:latin typeface="Helvetica Neue"/>
                <a:ea typeface="Helvetica Neue"/>
                <a:cs typeface="Helvetica Neue"/>
                <a:sym typeface="Helvetica Neue"/>
              </a:defRPr>
            </a:lvl3pPr>
            <a:lvl4pPr lvl="3" rtl="0">
              <a:spcBef>
                <a:spcPts val="0"/>
              </a:spcBef>
              <a:spcAft>
                <a:spcPts val="0"/>
              </a:spcAft>
              <a:buSzPts val="3600"/>
              <a:buFont typeface="Helvetica Neue"/>
              <a:buNone/>
              <a:defRPr sz="3600">
                <a:latin typeface="Helvetica Neue"/>
                <a:ea typeface="Helvetica Neue"/>
                <a:cs typeface="Helvetica Neue"/>
                <a:sym typeface="Helvetica Neue"/>
              </a:defRPr>
            </a:lvl4pPr>
            <a:lvl5pPr lvl="4" rtl="0">
              <a:spcBef>
                <a:spcPts val="0"/>
              </a:spcBef>
              <a:spcAft>
                <a:spcPts val="0"/>
              </a:spcAft>
              <a:buSzPts val="3600"/>
              <a:buFont typeface="Helvetica Neue"/>
              <a:buNone/>
              <a:defRPr sz="3600">
                <a:latin typeface="Helvetica Neue"/>
                <a:ea typeface="Helvetica Neue"/>
                <a:cs typeface="Helvetica Neue"/>
                <a:sym typeface="Helvetica Neue"/>
              </a:defRPr>
            </a:lvl5pPr>
            <a:lvl6pPr lvl="5" rtl="0">
              <a:spcBef>
                <a:spcPts val="0"/>
              </a:spcBef>
              <a:spcAft>
                <a:spcPts val="0"/>
              </a:spcAft>
              <a:buSzPts val="3600"/>
              <a:buFont typeface="Helvetica Neue"/>
              <a:buNone/>
              <a:defRPr sz="3600">
                <a:latin typeface="Helvetica Neue"/>
                <a:ea typeface="Helvetica Neue"/>
                <a:cs typeface="Helvetica Neue"/>
                <a:sym typeface="Helvetica Neue"/>
              </a:defRPr>
            </a:lvl6pPr>
            <a:lvl7pPr lvl="6" rtl="0">
              <a:spcBef>
                <a:spcPts val="0"/>
              </a:spcBef>
              <a:spcAft>
                <a:spcPts val="0"/>
              </a:spcAft>
              <a:buSzPts val="3600"/>
              <a:buFont typeface="Helvetica Neue"/>
              <a:buNone/>
              <a:defRPr sz="3600">
                <a:latin typeface="Helvetica Neue"/>
                <a:ea typeface="Helvetica Neue"/>
                <a:cs typeface="Helvetica Neue"/>
                <a:sym typeface="Helvetica Neue"/>
              </a:defRPr>
            </a:lvl7pPr>
            <a:lvl8pPr lvl="7" rtl="0">
              <a:spcBef>
                <a:spcPts val="0"/>
              </a:spcBef>
              <a:spcAft>
                <a:spcPts val="0"/>
              </a:spcAft>
              <a:buSzPts val="3600"/>
              <a:buFont typeface="Helvetica Neue"/>
              <a:buNone/>
              <a:defRPr sz="3600">
                <a:latin typeface="Helvetica Neue"/>
                <a:ea typeface="Helvetica Neue"/>
                <a:cs typeface="Helvetica Neue"/>
                <a:sym typeface="Helvetica Neue"/>
              </a:defRPr>
            </a:lvl8pPr>
            <a:lvl9pPr lvl="8" rtl="0">
              <a:spcBef>
                <a:spcPts val="0"/>
              </a:spcBef>
              <a:spcAft>
                <a:spcPts val="0"/>
              </a:spcAft>
              <a:buSzPts val="3600"/>
              <a:buFont typeface="Helvetica Neue"/>
              <a:buNone/>
              <a:defRPr sz="3600">
                <a:latin typeface="Helvetica Neue"/>
                <a:ea typeface="Helvetica Neue"/>
                <a:cs typeface="Helvetica Neue"/>
                <a:sym typeface="Helvetica Neue"/>
              </a:defRPr>
            </a:lvl9pPr>
          </a:lstStyle>
          <a:p>
            <a:endParaRPr/>
          </a:p>
        </p:txBody>
      </p:sp>
      <p:sp>
        <p:nvSpPr>
          <p:cNvPr id="93" name="Google Shape;93;p16"/>
          <p:cNvSpPr txBox="1">
            <a:spLocks noGrp="1"/>
          </p:cNvSpPr>
          <p:nvPr>
            <p:ph type="body" idx="1"/>
          </p:nvPr>
        </p:nvSpPr>
        <p:spPr>
          <a:xfrm>
            <a:off x="462500" y="1372400"/>
            <a:ext cx="8090100" cy="2684100"/>
          </a:xfrm>
          <a:prstGeom prst="rect">
            <a:avLst/>
          </a:prstGeom>
        </p:spPr>
        <p:txBody>
          <a:bodyPr spcFirstLastPara="1" wrap="square" lIns="91425" tIns="91425" rIns="91425" bIns="91425" anchor="t" anchorCtr="0">
            <a:noAutofit/>
          </a:bodyPr>
          <a:lstStyle>
            <a:lvl1pPr marL="457200" lvl="0" indent="-342900" rtl="0">
              <a:spcBef>
                <a:spcPts val="1000"/>
              </a:spcBef>
              <a:spcAft>
                <a:spcPts val="0"/>
              </a:spcAft>
              <a:buSzPts val="1800"/>
              <a:buFont typeface="Helvetica Neue"/>
              <a:buChar char="•"/>
              <a:defRPr sz="1800">
                <a:latin typeface="Helvetica Neue"/>
                <a:ea typeface="Helvetica Neue"/>
                <a:cs typeface="Helvetica Neue"/>
                <a:sym typeface="Helvetica Neue"/>
              </a:defRPr>
            </a:lvl1pPr>
            <a:lvl2pPr marL="914400" lvl="1" indent="-342900" rtl="0">
              <a:spcBef>
                <a:spcPts val="500"/>
              </a:spcBef>
              <a:spcAft>
                <a:spcPts val="0"/>
              </a:spcAft>
              <a:buSzPts val="1800"/>
              <a:buFont typeface="Helvetica Neue"/>
              <a:buChar char="•"/>
              <a:defRPr sz="1800">
                <a:latin typeface="Helvetica Neue"/>
                <a:ea typeface="Helvetica Neue"/>
                <a:cs typeface="Helvetica Neue"/>
                <a:sym typeface="Helvetica Neue"/>
              </a:defRPr>
            </a:lvl2pPr>
            <a:lvl3pPr marL="1371600" lvl="2" indent="-342900" rtl="0">
              <a:spcBef>
                <a:spcPts val="500"/>
              </a:spcBef>
              <a:spcAft>
                <a:spcPts val="0"/>
              </a:spcAft>
              <a:buSzPts val="1800"/>
              <a:buFont typeface="Helvetica Neue"/>
              <a:buChar char="•"/>
              <a:defRPr sz="1800">
                <a:latin typeface="Helvetica Neue"/>
                <a:ea typeface="Helvetica Neue"/>
                <a:cs typeface="Helvetica Neue"/>
                <a:sym typeface="Helvetica Neue"/>
              </a:defRPr>
            </a:lvl3pPr>
            <a:lvl4pPr marL="1828800" lvl="3" indent="-342900" rtl="0">
              <a:spcBef>
                <a:spcPts val="500"/>
              </a:spcBef>
              <a:spcAft>
                <a:spcPts val="0"/>
              </a:spcAft>
              <a:buSzPts val="1800"/>
              <a:buFont typeface="Helvetica Neue"/>
              <a:buChar char="•"/>
              <a:defRPr sz="1800">
                <a:latin typeface="Helvetica Neue"/>
                <a:ea typeface="Helvetica Neue"/>
                <a:cs typeface="Helvetica Neue"/>
                <a:sym typeface="Helvetica Neue"/>
              </a:defRPr>
            </a:lvl4pPr>
            <a:lvl5pPr marL="2286000" lvl="4" indent="-342900" rtl="0">
              <a:spcBef>
                <a:spcPts val="500"/>
              </a:spcBef>
              <a:spcAft>
                <a:spcPts val="0"/>
              </a:spcAft>
              <a:buSzPts val="1800"/>
              <a:buFont typeface="Helvetica Neue"/>
              <a:buChar char="•"/>
              <a:defRPr sz="1800">
                <a:latin typeface="Helvetica Neue"/>
                <a:ea typeface="Helvetica Neue"/>
                <a:cs typeface="Helvetica Neue"/>
                <a:sym typeface="Helvetica Neue"/>
              </a:defRPr>
            </a:lvl5pPr>
            <a:lvl6pPr marL="2743200" lvl="5" indent="-342900" rtl="0">
              <a:spcBef>
                <a:spcPts val="500"/>
              </a:spcBef>
              <a:spcAft>
                <a:spcPts val="0"/>
              </a:spcAft>
              <a:buSzPts val="1800"/>
              <a:buFont typeface="Helvetica Neue"/>
              <a:buChar char="•"/>
              <a:defRPr sz="1800">
                <a:latin typeface="Helvetica Neue"/>
                <a:ea typeface="Helvetica Neue"/>
                <a:cs typeface="Helvetica Neue"/>
                <a:sym typeface="Helvetica Neue"/>
              </a:defRPr>
            </a:lvl6pPr>
            <a:lvl7pPr marL="3200400" lvl="6" indent="-342900" rtl="0">
              <a:spcBef>
                <a:spcPts val="500"/>
              </a:spcBef>
              <a:spcAft>
                <a:spcPts val="0"/>
              </a:spcAft>
              <a:buSzPts val="1800"/>
              <a:buFont typeface="Helvetica Neue"/>
              <a:buChar char="•"/>
              <a:defRPr sz="1800">
                <a:latin typeface="Helvetica Neue"/>
                <a:ea typeface="Helvetica Neue"/>
                <a:cs typeface="Helvetica Neue"/>
                <a:sym typeface="Helvetica Neue"/>
              </a:defRPr>
            </a:lvl7pPr>
            <a:lvl8pPr marL="3657600" lvl="7" indent="-342900" rtl="0">
              <a:spcBef>
                <a:spcPts val="500"/>
              </a:spcBef>
              <a:spcAft>
                <a:spcPts val="0"/>
              </a:spcAft>
              <a:buSzPts val="1800"/>
              <a:buFont typeface="Helvetica Neue"/>
              <a:buChar char="•"/>
              <a:defRPr sz="1800">
                <a:latin typeface="Helvetica Neue"/>
                <a:ea typeface="Helvetica Neue"/>
                <a:cs typeface="Helvetica Neue"/>
                <a:sym typeface="Helvetica Neue"/>
              </a:defRPr>
            </a:lvl8pPr>
            <a:lvl9pPr marL="4114800" lvl="8" indent="-342900" rtl="0">
              <a:spcBef>
                <a:spcPts val="500"/>
              </a:spcBef>
              <a:spcAft>
                <a:spcPts val="0"/>
              </a:spcAft>
              <a:buSzPts val="1800"/>
              <a:buFont typeface="Helvetica Neue"/>
              <a:buChar char="•"/>
              <a:defRPr sz="1800">
                <a:latin typeface="Helvetica Neue"/>
                <a:ea typeface="Helvetica Neue"/>
                <a:cs typeface="Helvetica Neue"/>
                <a:sym typeface="Helvetica Neu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300805"/>
            <a:ext cx="9144000" cy="615600"/>
          </a:xfrm>
          <a:prstGeom prst="rect">
            <a:avLst/>
          </a:prstGeom>
          <a:noFill/>
          <a:ln>
            <a:noFill/>
          </a:ln>
        </p:spPr>
        <p:txBody>
          <a:bodyPr spcFirstLastPara="1" wrap="square" lIns="91425" tIns="91425" rIns="91425" bIns="91425" anchor="ctr" anchorCtr="0">
            <a:noAutofit/>
          </a:bodyPr>
          <a:lstStyle>
            <a:lvl1pPr marL="0" marR="0" lvl="0" indent="0" algn="ctr" rtl="0">
              <a:lnSpc>
                <a:spcPct val="90000"/>
              </a:lnSpc>
              <a:spcBef>
                <a:spcPts val="0"/>
              </a:spcBef>
              <a:spcAft>
                <a:spcPts val="0"/>
              </a:spcAft>
              <a:buClr>
                <a:srgbClr val="4E2A84"/>
              </a:buClr>
              <a:buSzPts val="3600"/>
              <a:buFont typeface="Helvetica Neue"/>
              <a:buNone/>
              <a:defRPr sz="3600" i="0" u="none" strike="noStrike" cap="none">
                <a:solidFill>
                  <a:srgbClr val="4E2A84"/>
                </a:solidFill>
                <a:latin typeface="Helvetica Neue"/>
                <a:ea typeface="Helvetica Neue"/>
                <a:cs typeface="Helvetica Neue"/>
                <a:sym typeface="Helvetica Neue"/>
              </a:defRPr>
            </a:lvl1pPr>
            <a:lvl2pPr lvl="1"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2pPr>
            <a:lvl3pPr lvl="2"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3pPr>
            <a:lvl4pPr lvl="3"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4pPr>
            <a:lvl5pPr lvl="4"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5pPr>
            <a:lvl6pPr lvl="5"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6pPr>
            <a:lvl7pPr lvl="6"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7pPr>
            <a:lvl8pPr lvl="7"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8pPr>
            <a:lvl9pPr lvl="8" indent="0" algn="ctr" rtl="0">
              <a:spcBef>
                <a:spcPts val="0"/>
              </a:spcBef>
              <a:spcAft>
                <a:spcPts val="0"/>
              </a:spcAft>
              <a:buClr>
                <a:srgbClr val="4E2A84"/>
              </a:buClr>
              <a:buSzPts val="3600"/>
              <a:buFont typeface="Helvetica Neue"/>
              <a:buNone/>
              <a:defRPr sz="3600">
                <a:solidFill>
                  <a:srgbClr val="4E2A84"/>
                </a:solidFill>
                <a:latin typeface="Helvetica Neue"/>
                <a:ea typeface="Helvetica Neue"/>
                <a:cs typeface="Helvetica Neue"/>
                <a:sym typeface="Helvetica Neue"/>
              </a:defRPr>
            </a:lvl9pPr>
          </a:lstStyle>
          <a:p>
            <a:endParaRPr/>
          </a:p>
        </p:txBody>
      </p:sp>
      <p:sp>
        <p:nvSpPr>
          <p:cNvPr id="7" name="Google Shape;7;p1"/>
          <p:cNvSpPr txBox="1">
            <a:spLocks noGrp="1"/>
          </p:cNvSpPr>
          <p:nvPr>
            <p:ph type="body" idx="1"/>
          </p:nvPr>
        </p:nvSpPr>
        <p:spPr>
          <a:xfrm>
            <a:off x="0" y="764006"/>
            <a:ext cx="9144000" cy="40032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Helvetica Neue Light"/>
              <a:buChar char="•"/>
              <a:defRPr sz="2800" i="0" u="none" strike="noStrike" cap="none">
                <a:solidFill>
                  <a:schemeClr val="dk1"/>
                </a:solidFill>
                <a:latin typeface="Helvetica Neue Light"/>
                <a:ea typeface="Helvetica Neue Light"/>
                <a:cs typeface="Helvetica Neue Light"/>
                <a:sym typeface="Helvetica Neue Light"/>
              </a:defRPr>
            </a:lvl1pPr>
            <a:lvl2pPr marL="914400" marR="0" lvl="1" indent="-381000" algn="l" rtl="0">
              <a:lnSpc>
                <a:spcPct val="90000"/>
              </a:lnSpc>
              <a:spcBef>
                <a:spcPts val="500"/>
              </a:spcBef>
              <a:spcAft>
                <a:spcPts val="0"/>
              </a:spcAft>
              <a:buClr>
                <a:schemeClr val="dk1"/>
              </a:buClr>
              <a:buSzPts val="2400"/>
              <a:buFont typeface="Helvetica Neue Light"/>
              <a:buChar char="•"/>
              <a:defRPr sz="2400" i="0" u="none" strike="noStrike" cap="none">
                <a:solidFill>
                  <a:schemeClr val="dk1"/>
                </a:solidFill>
                <a:latin typeface="Helvetica Neue Light"/>
                <a:ea typeface="Helvetica Neue Light"/>
                <a:cs typeface="Helvetica Neue Light"/>
                <a:sym typeface="Helvetica Neue Light"/>
              </a:defRPr>
            </a:lvl2pPr>
            <a:lvl3pPr marL="1371600" marR="0" lvl="2" indent="-355600" algn="l" rtl="0">
              <a:lnSpc>
                <a:spcPct val="90000"/>
              </a:lnSpc>
              <a:spcBef>
                <a:spcPts val="500"/>
              </a:spcBef>
              <a:spcAft>
                <a:spcPts val="0"/>
              </a:spcAft>
              <a:buClr>
                <a:schemeClr val="dk1"/>
              </a:buClr>
              <a:buSzPts val="2000"/>
              <a:buFont typeface="Helvetica Neue Light"/>
              <a:buChar char="•"/>
              <a:defRPr sz="2000" i="0" u="none" strike="noStrike" cap="none">
                <a:solidFill>
                  <a:schemeClr val="dk1"/>
                </a:solidFill>
                <a:latin typeface="Helvetica Neue Light"/>
                <a:ea typeface="Helvetica Neue Light"/>
                <a:cs typeface="Helvetica Neue Light"/>
                <a:sym typeface="Helvetica Neue Light"/>
              </a:defRPr>
            </a:lvl3pPr>
            <a:lvl4pPr marL="1828800" marR="0" lvl="3" indent="-342900" algn="l" rtl="0">
              <a:lnSpc>
                <a:spcPct val="90000"/>
              </a:lnSpc>
              <a:spcBef>
                <a:spcPts val="500"/>
              </a:spcBef>
              <a:spcAft>
                <a:spcPts val="0"/>
              </a:spcAft>
              <a:buClr>
                <a:schemeClr val="dk1"/>
              </a:buClr>
              <a:buSzPts val="1800"/>
              <a:buFont typeface="Helvetica Neue Light"/>
              <a:buChar char="•"/>
              <a:defRPr sz="1800" i="0" u="none" strike="noStrike" cap="none">
                <a:solidFill>
                  <a:schemeClr val="dk1"/>
                </a:solidFill>
                <a:latin typeface="Helvetica Neue Light"/>
                <a:ea typeface="Helvetica Neue Light"/>
                <a:cs typeface="Helvetica Neue Light"/>
                <a:sym typeface="Helvetica Neue Light"/>
              </a:defRPr>
            </a:lvl4pPr>
            <a:lvl5pPr marL="2286000" marR="0" lvl="4" indent="-342900" algn="l" rtl="0">
              <a:lnSpc>
                <a:spcPct val="90000"/>
              </a:lnSpc>
              <a:spcBef>
                <a:spcPts val="500"/>
              </a:spcBef>
              <a:spcAft>
                <a:spcPts val="0"/>
              </a:spcAft>
              <a:buClr>
                <a:schemeClr val="dk1"/>
              </a:buClr>
              <a:buSzPts val="1800"/>
              <a:buFont typeface="Helvetica Neue Light"/>
              <a:buChar char="•"/>
              <a:defRPr sz="1800" i="0" u="none" strike="noStrike" cap="none">
                <a:solidFill>
                  <a:schemeClr val="dk1"/>
                </a:solidFill>
                <a:latin typeface="Helvetica Neue Light"/>
                <a:ea typeface="Helvetica Neue Light"/>
                <a:cs typeface="Helvetica Neue Light"/>
                <a:sym typeface="Helvetica Neue Light"/>
              </a:defRPr>
            </a:lvl5pPr>
            <a:lvl6pPr marL="2743200" marR="0" lvl="5" indent="-342900" algn="l" rtl="0">
              <a:lnSpc>
                <a:spcPct val="90000"/>
              </a:lnSpc>
              <a:spcBef>
                <a:spcPts val="500"/>
              </a:spcBef>
              <a:spcAft>
                <a:spcPts val="0"/>
              </a:spcAft>
              <a:buClr>
                <a:schemeClr val="dk1"/>
              </a:buClr>
              <a:buSzPts val="1800"/>
              <a:buFont typeface="Helvetica Neue Light"/>
              <a:buChar char="•"/>
              <a:defRPr sz="1800" i="0" u="none" strike="noStrike" cap="none">
                <a:solidFill>
                  <a:schemeClr val="dk1"/>
                </a:solidFill>
                <a:latin typeface="Helvetica Neue Light"/>
                <a:ea typeface="Helvetica Neue Light"/>
                <a:cs typeface="Helvetica Neue Light"/>
                <a:sym typeface="Helvetica Neue Light"/>
              </a:defRPr>
            </a:lvl6pPr>
            <a:lvl7pPr marL="3200400" marR="0" lvl="6" indent="-342900" algn="l" rtl="0">
              <a:lnSpc>
                <a:spcPct val="90000"/>
              </a:lnSpc>
              <a:spcBef>
                <a:spcPts val="500"/>
              </a:spcBef>
              <a:spcAft>
                <a:spcPts val="0"/>
              </a:spcAft>
              <a:buClr>
                <a:schemeClr val="dk1"/>
              </a:buClr>
              <a:buSzPts val="1800"/>
              <a:buFont typeface="Helvetica Neue Light"/>
              <a:buChar char="•"/>
              <a:defRPr sz="1800" i="0" u="none" strike="noStrike" cap="none">
                <a:solidFill>
                  <a:schemeClr val="dk1"/>
                </a:solidFill>
                <a:latin typeface="Helvetica Neue Light"/>
                <a:ea typeface="Helvetica Neue Light"/>
                <a:cs typeface="Helvetica Neue Light"/>
                <a:sym typeface="Helvetica Neue Light"/>
              </a:defRPr>
            </a:lvl7pPr>
            <a:lvl8pPr marL="3657600" marR="0" lvl="7" indent="-342900" algn="l" rtl="0">
              <a:lnSpc>
                <a:spcPct val="90000"/>
              </a:lnSpc>
              <a:spcBef>
                <a:spcPts val="500"/>
              </a:spcBef>
              <a:spcAft>
                <a:spcPts val="0"/>
              </a:spcAft>
              <a:buClr>
                <a:schemeClr val="dk1"/>
              </a:buClr>
              <a:buSzPts val="1800"/>
              <a:buFont typeface="Helvetica Neue Light"/>
              <a:buChar char="•"/>
              <a:defRPr sz="1800" i="0" u="none" strike="noStrike" cap="none">
                <a:solidFill>
                  <a:schemeClr val="dk1"/>
                </a:solidFill>
                <a:latin typeface="Helvetica Neue Light"/>
                <a:ea typeface="Helvetica Neue Light"/>
                <a:cs typeface="Helvetica Neue Light"/>
                <a:sym typeface="Helvetica Neue Light"/>
              </a:defRPr>
            </a:lvl8pPr>
            <a:lvl9pPr marL="4114800" marR="0" lvl="8" indent="-342900" algn="l" rtl="0">
              <a:lnSpc>
                <a:spcPct val="90000"/>
              </a:lnSpc>
              <a:spcBef>
                <a:spcPts val="500"/>
              </a:spcBef>
              <a:spcAft>
                <a:spcPts val="0"/>
              </a:spcAft>
              <a:buClr>
                <a:schemeClr val="dk1"/>
              </a:buClr>
              <a:buSzPts val="1800"/>
              <a:buFont typeface="Helvetica Neue Light"/>
              <a:buChar char="•"/>
              <a:defRPr sz="1800" i="0" u="none" strike="noStrike" cap="none">
                <a:solidFill>
                  <a:schemeClr val="dk1"/>
                </a:solidFill>
                <a:latin typeface="Helvetica Neue Light"/>
                <a:ea typeface="Helvetica Neue Light"/>
                <a:cs typeface="Helvetica Neue Light"/>
                <a:sym typeface="Helvetica Neue Light"/>
              </a:defRPr>
            </a:lvl9pPr>
          </a:lstStyle>
          <a:p>
            <a:endParaRPr/>
          </a:p>
        </p:txBody>
      </p:sp>
      <p:sp>
        <p:nvSpPr>
          <p:cNvPr id="8" name="Google Shape;8;p1"/>
          <p:cNvSpPr/>
          <p:nvPr/>
        </p:nvSpPr>
        <p:spPr>
          <a:xfrm>
            <a:off x="0" y="-1"/>
            <a:ext cx="9144000" cy="137100"/>
          </a:xfrm>
          <a:prstGeom prst="rect">
            <a:avLst/>
          </a:prstGeom>
          <a:gradFill>
            <a:gsLst>
              <a:gs pos="0">
                <a:srgbClr val="4E2A84"/>
              </a:gs>
              <a:gs pos="39000">
                <a:srgbClr val="6E519B"/>
              </a:gs>
              <a:gs pos="89000">
                <a:srgbClr val="E6E0EF"/>
              </a:gs>
              <a:gs pos="100000">
                <a:srgbClr val="E6E0E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 name="Google Shape;9;p1"/>
          <p:cNvSpPr/>
          <p:nvPr/>
        </p:nvSpPr>
        <p:spPr>
          <a:xfrm>
            <a:off x="0" y="5107781"/>
            <a:ext cx="9144000" cy="34200"/>
          </a:xfrm>
          <a:prstGeom prst="rect">
            <a:avLst/>
          </a:prstGeom>
          <a:gradFill>
            <a:gsLst>
              <a:gs pos="0">
                <a:srgbClr val="4E2A84"/>
              </a:gs>
              <a:gs pos="39000">
                <a:srgbClr val="6E519B"/>
              </a:gs>
              <a:gs pos="89000">
                <a:srgbClr val="E6E0EF"/>
              </a:gs>
              <a:gs pos="100000">
                <a:srgbClr val="E6E0EF"/>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0" name="Google Shape;10;p1"/>
          <p:cNvPicPr preferRelativeResize="0"/>
          <p:nvPr/>
        </p:nvPicPr>
        <p:blipFill rotWithShape="1">
          <a:blip r:embed="rId17">
            <a:alphaModFix/>
          </a:blip>
          <a:srcRect/>
          <a:stretch/>
        </p:blipFill>
        <p:spPr>
          <a:xfrm>
            <a:off x="119988" y="4706041"/>
            <a:ext cx="1130710" cy="358298"/>
          </a:xfrm>
          <a:prstGeom prst="rect">
            <a:avLst/>
          </a:prstGeom>
          <a:noFill/>
          <a:ln>
            <a:noFill/>
          </a:ln>
        </p:spPr>
      </p:pic>
      <p:pic>
        <p:nvPicPr>
          <p:cNvPr id="11" name="Google Shape;11;p1"/>
          <p:cNvPicPr preferRelativeResize="0"/>
          <p:nvPr/>
        </p:nvPicPr>
        <p:blipFill rotWithShape="1">
          <a:blip r:embed="rId18">
            <a:alphaModFix/>
          </a:blip>
          <a:srcRect/>
          <a:stretch/>
        </p:blipFill>
        <p:spPr>
          <a:xfrm>
            <a:off x="7816072" y="4629642"/>
            <a:ext cx="1259476" cy="41143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7"/>
          <p:cNvSpPr txBox="1">
            <a:spLocks noGrp="1"/>
          </p:cNvSpPr>
          <p:nvPr>
            <p:ph type="title"/>
          </p:nvPr>
        </p:nvSpPr>
        <p:spPr>
          <a:xfrm>
            <a:off x="623888" y="1282304"/>
            <a:ext cx="7886700" cy="2139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1" dirty="0"/>
              <a:t>Lab 4b</a:t>
            </a:r>
            <a:endParaRPr b="1" dirty="0"/>
          </a:p>
        </p:txBody>
      </p:sp>
      <p:sp>
        <p:nvSpPr>
          <p:cNvPr id="99" name="Google Shape;99;p17"/>
          <p:cNvSpPr txBox="1">
            <a:spLocks noGrp="1"/>
          </p:cNvSpPr>
          <p:nvPr>
            <p:ph type="body" idx="1"/>
          </p:nvPr>
        </p:nvSpPr>
        <p:spPr>
          <a:xfrm>
            <a:off x="623888" y="3442098"/>
            <a:ext cx="7886700" cy="11253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None/>
            </a:pPr>
            <a:r>
              <a:rPr lang="en"/>
              <a:t>Relational Event Modeling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8"/>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Reminder about Lab 4</a:t>
            </a:r>
            <a:endParaRPr dirty="0"/>
          </a:p>
        </p:txBody>
      </p:sp>
      <p:sp>
        <p:nvSpPr>
          <p:cNvPr id="105" name="Google Shape;105;p18"/>
          <p:cNvSpPr txBox="1">
            <a:spLocks noGrp="1"/>
          </p:cNvSpPr>
          <p:nvPr>
            <p:ph type="body" idx="1"/>
          </p:nvPr>
        </p:nvSpPr>
        <p:spPr>
          <a:xfrm>
            <a:off x="0" y="764006"/>
            <a:ext cx="9144000" cy="4003200"/>
          </a:xfrm>
          <a:prstGeom prst="rect">
            <a:avLst/>
          </a:prstGeom>
        </p:spPr>
        <p:txBody>
          <a:bodyPr spcFirstLastPara="1" wrap="square" lIns="91425" tIns="91425" rIns="91425" bIns="91425" anchor="t" anchorCtr="0">
            <a:noAutofit/>
          </a:bodyPr>
          <a:lstStyle/>
          <a:p>
            <a:pPr marL="457200" lvl="0" indent="-381000" algn="l" rtl="0">
              <a:lnSpc>
                <a:spcPct val="115000"/>
              </a:lnSpc>
              <a:spcBef>
                <a:spcPts val="1000"/>
              </a:spcBef>
              <a:spcAft>
                <a:spcPts val="0"/>
              </a:spcAft>
              <a:buSzPts val="2400"/>
              <a:buChar char="•"/>
            </a:pPr>
            <a:r>
              <a:rPr lang="en" sz="2400" dirty="0"/>
              <a:t>You have two options:</a:t>
            </a:r>
            <a:endParaRPr sz="2400" dirty="0"/>
          </a:p>
          <a:p>
            <a:pPr marL="914400" lvl="1" indent="-381000" algn="l" rtl="0">
              <a:lnSpc>
                <a:spcPct val="115000"/>
              </a:lnSpc>
              <a:spcBef>
                <a:spcPts val="0"/>
              </a:spcBef>
              <a:spcAft>
                <a:spcPts val="0"/>
              </a:spcAft>
              <a:buSzPts val="2400"/>
              <a:buChar char="•"/>
            </a:pPr>
            <a:r>
              <a:rPr lang="en" dirty="0"/>
              <a:t>4</a:t>
            </a:r>
            <a:r>
              <a:rPr lang="en" sz="2400" dirty="0"/>
              <a:t>a (SAOM)</a:t>
            </a:r>
            <a:endParaRPr dirty="0"/>
          </a:p>
          <a:p>
            <a:pPr marL="914400" lvl="1" indent="-381000" algn="l" rtl="0">
              <a:lnSpc>
                <a:spcPct val="115000"/>
              </a:lnSpc>
              <a:spcBef>
                <a:spcPts val="0"/>
              </a:spcBef>
              <a:spcAft>
                <a:spcPts val="0"/>
              </a:spcAft>
              <a:buSzPts val="2400"/>
              <a:buChar char="•"/>
            </a:pPr>
            <a:r>
              <a:rPr lang="en" sz="2400"/>
              <a:t>4b </a:t>
            </a:r>
            <a:r>
              <a:rPr lang="en" sz="2400" dirty="0"/>
              <a:t>(REM)</a:t>
            </a:r>
            <a:endParaRPr sz="2200" dirty="0"/>
          </a:p>
          <a:p>
            <a:pPr marL="0" lvl="0" indent="457200" algn="l" rtl="0">
              <a:lnSpc>
                <a:spcPct val="115000"/>
              </a:lnSpc>
              <a:spcBef>
                <a:spcPts val="1000"/>
              </a:spcBef>
              <a:spcAft>
                <a:spcPts val="0"/>
              </a:spcAft>
              <a:buNone/>
            </a:pPr>
            <a:r>
              <a:rPr lang="en" sz="2200" b="1" dirty="0">
                <a:solidFill>
                  <a:srgbClr val="4E2A84"/>
                </a:solidFill>
                <a:latin typeface="Helvetica Neue"/>
                <a:ea typeface="Helvetica Neue"/>
                <a:cs typeface="Helvetica Neue"/>
                <a:sym typeface="Helvetica Neue"/>
              </a:rPr>
              <a:t>→ You only need to choose </a:t>
            </a:r>
            <a:r>
              <a:rPr lang="en" sz="2200" b="1" u="sng" dirty="0">
                <a:solidFill>
                  <a:srgbClr val="4E2A84"/>
                </a:solidFill>
                <a:latin typeface="Helvetica Neue"/>
                <a:ea typeface="Helvetica Neue"/>
                <a:cs typeface="Helvetica Neue"/>
                <a:sym typeface="Helvetica Neue"/>
              </a:rPr>
              <a:t>one</a:t>
            </a:r>
            <a:r>
              <a:rPr lang="en" sz="2200" b="1" dirty="0">
                <a:solidFill>
                  <a:srgbClr val="4E2A84"/>
                </a:solidFill>
                <a:latin typeface="Helvetica Neue"/>
                <a:ea typeface="Helvetica Neue"/>
                <a:cs typeface="Helvetica Neue"/>
                <a:sym typeface="Helvetica Neue"/>
              </a:rPr>
              <a:t> for your report!</a:t>
            </a:r>
            <a:endParaRPr sz="2200" b="1" dirty="0">
              <a:solidFill>
                <a:srgbClr val="4E2A84"/>
              </a:solidFill>
              <a:latin typeface="Helvetica Neue"/>
              <a:ea typeface="Helvetica Neue"/>
              <a:cs typeface="Helvetica Neue"/>
              <a:sym typeface="Helvetica Neue"/>
            </a:endParaRPr>
          </a:p>
          <a:p>
            <a:pPr marL="457200" lvl="0" indent="-368300" algn="l" rtl="0">
              <a:lnSpc>
                <a:spcPct val="115000"/>
              </a:lnSpc>
              <a:spcBef>
                <a:spcPts val="1000"/>
              </a:spcBef>
              <a:spcAft>
                <a:spcPts val="0"/>
              </a:spcAft>
              <a:buSzPts val="2200"/>
              <a:buChar char="•"/>
            </a:pPr>
            <a:r>
              <a:rPr lang="en" sz="2200" dirty="0"/>
              <a:t>Both options have two parts:</a:t>
            </a:r>
            <a:endParaRPr sz="2200" dirty="0"/>
          </a:p>
          <a:p>
            <a:pPr marL="914400" lvl="1" indent="-368300" algn="l" rtl="0">
              <a:lnSpc>
                <a:spcPct val="115000"/>
              </a:lnSpc>
              <a:spcBef>
                <a:spcPts val="0"/>
              </a:spcBef>
              <a:spcAft>
                <a:spcPts val="0"/>
              </a:spcAft>
              <a:buSzPts val="2200"/>
              <a:buChar char="•"/>
            </a:pPr>
            <a:r>
              <a:rPr lang="en" sz="2200" dirty="0"/>
              <a:t>Part I: Hypothesis Construction</a:t>
            </a:r>
            <a:endParaRPr sz="2200" dirty="0"/>
          </a:p>
          <a:p>
            <a:pPr marL="914400" lvl="1" indent="-368300" algn="l" rtl="0">
              <a:lnSpc>
                <a:spcPct val="115000"/>
              </a:lnSpc>
              <a:spcBef>
                <a:spcPts val="0"/>
              </a:spcBef>
              <a:spcAft>
                <a:spcPts val="0"/>
              </a:spcAft>
              <a:buSzPts val="2200"/>
              <a:buChar char="•"/>
            </a:pPr>
            <a:r>
              <a:rPr lang="en" sz="2200" dirty="0"/>
              <a:t>Part II: Hypothesis Testing</a:t>
            </a:r>
            <a:endParaRPr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When to use REM?</a:t>
            </a:r>
            <a:endParaRPr/>
          </a:p>
        </p:txBody>
      </p:sp>
      <p:sp>
        <p:nvSpPr>
          <p:cNvPr id="111" name="Google Shape;111;p19"/>
          <p:cNvSpPr txBox="1">
            <a:spLocks noGrp="1"/>
          </p:cNvSpPr>
          <p:nvPr>
            <p:ph type="body" idx="1"/>
          </p:nvPr>
        </p:nvSpPr>
        <p:spPr>
          <a:xfrm>
            <a:off x="0" y="764006"/>
            <a:ext cx="9144000" cy="4003200"/>
          </a:xfrm>
          <a:prstGeom prst="rect">
            <a:avLst/>
          </a:prstGeom>
        </p:spPr>
        <p:txBody>
          <a:bodyPr spcFirstLastPara="1" wrap="square" lIns="91425" tIns="91425" rIns="91425" bIns="91425" anchor="t" anchorCtr="0">
            <a:noAutofit/>
          </a:bodyPr>
          <a:lstStyle/>
          <a:p>
            <a:pPr marL="457200" lvl="0" indent="-381000" algn="l" rtl="0">
              <a:lnSpc>
                <a:spcPct val="115000"/>
              </a:lnSpc>
              <a:spcBef>
                <a:spcPts val="1000"/>
              </a:spcBef>
              <a:spcAft>
                <a:spcPts val="0"/>
              </a:spcAft>
              <a:buSzPts val="2400"/>
              <a:buChar char="•"/>
            </a:pPr>
            <a:r>
              <a:rPr lang="en" sz="2400"/>
              <a:t>Method to analyze group interaction processes (e.g., understanding the different patterns group members engage in during interaction)</a:t>
            </a:r>
            <a:endParaRPr sz="2400"/>
          </a:p>
          <a:p>
            <a:pPr marL="457200" lvl="0" indent="-381000" algn="l" rtl="0">
              <a:lnSpc>
                <a:spcPct val="115000"/>
              </a:lnSpc>
              <a:spcBef>
                <a:spcPts val="0"/>
              </a:spcBef>
              <a:spcAft>
                <a:spcPts val="0"/>
              </a:spcAft>
              <a:buSzPts val="2400"/>
              <a:buChar char="•"/>
            </a:pPr>
            <a:r>
              <a:rPr lang="en" sz="2400"/>
              <a:t>Because of the unique trace data structure of REM, the most important factor determining when to use REM is the type</a:t>
            </a:r>
            <a:endParaRPr sz="2400"/>
          </a:p>
          <a:p>
            <a:pPr marL="457200" lvl="0" indent="-381000" algn="l" rtl="0">
              <a:lnSpc>
                <a:spcPct val="115000"/>
              </a:lnSpc>
              <a:spcBef>
                <a:spcPts val="0"/>
              </a:spcBef>
              <a:spcAft>
                <a:spcPts val="0"/>
              </a:spcAft>
              <a:buSzPts val="2400"/>
              <a:buChar char="•"/>
            </a:pPr>
            <a:r>
              <a:rPr lang="en" sz="2400"/>
              <a:t>of data available - you need data on fine-grained interactions (“Big Data”)</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MTS Skype Communication Data</a:t>
            </a:r>
            <a:endParaRPr/>
          </a:p>
        </p:txBody>
      </p:sp>
      <p:sp>
        <p:nvSpPr>
          <p:cNvPr id="117" name="Google Shape;117;p20"/>
          <p:cNvSpPr txBox="1">
            <a:spLocks noGrp="1"/>
          </p:cNvSpPr>
          <p:nvPr>
            <p:ph type="body" idx="1"/>
          </p:nvPr>
        </p:nvSpPr>
        <p:spPr>
          <a:xfrm>
            <a:off x="0" y="916400"/>
            <a:ext cx="4771800" cy="3850800"/>
          </a:xfrm>
          <a:prstGeom prst="rect">
            <a:avLst/>
          </a:prstGeom>
        </p:spPr>
        <p:txBody>
          <a:bodyPr spcFirstLastPara="1" wrap="square" lIns="91425" tIns="91425" rIns="91425" bIns="91425" anchor="t" anchorCtr="0">
            <a:noAutofit/>
          </a:bodyPr>
          <a:lstStyle/>
          <a:p>
            <a:pPr marL="457200" lvl="0" indent="-406400" algn="l" rtl="0">
              <a:spcBef>
                <a:spcPts val="1000"/>
              </a:spcBef>
              <a:spcAft>
                <a:spcPts val="0"/>
              </a:spcAft>
              <a:buSzPts val="2800"/>
              <a:buChar char="•"/>
            </a:pPr>
            <a:r>
              <a:rPr lang="en"/>
              <a:t>Sample:</a:t>
            </a:r>
            <a:endParaRPr/>
          </a:p>
          <a:p>
            <a:pPr marL="914400" lvl="1" indent="-368300" algn="l" rtl="0">
              <a:spcBef>
                <a:spcPts val="0"/>
              </a:spcBef>
              <a:spcAft>
                <a:spcPts val="0"/>
              </a:spcAft>
              <a:buSzPts val="2200"/>
              <a:buChar char="•"/>
            </a:pPr>
            <a:r>
              <a:rPr lang="en" sz="2200"/>
              <a:t>1 multi-team system </a:t>
            </a:r>
            <a:endParaRPr/>
          </a:p>
          <a:p>
            <a:pPr marL="914400" lvl="1" indent="-368300" algn="l" rtl="0">
              <a:spcBef>
                <a:spcPts val="0"/>
              </a:spcBef>
              <a:spcAft>
                <a:spcPts val="0"/>
              </a:spcAft>
              <a:buSzPts val="2200"/>
              <a:buChar char="•"/>
            </a:pPr>
            <a:r>
              <a:rPr lang="en" sz="2200"/>
              <a:t>20 people - 4 teams of 5</a:t>
            </a:r>
            <a:endParaRPr sz="2200"/>
          </a:p>
          <a:p>
            <a:pPr marL="914400" lvl="1" indent="-368300" algn="l" rtl="0">
              <a:spcBef>
                <a:spcPts val="0"/>
              </a:spcBef>
              <a:spcAft>
                <a:spcPts val="0"/>
              </a:spcAft>
              <a:buSzPts val="2200"/>
              <a:buChar char="•"/>
            </a:pPr>
            <a:r>
              <a:rPr lang="en" sz="2200"/>
              <a:t>Relational events - Skype communication log</a:t>
            </a:r>
            <a:endParaRPr sz="2200"/>
          </a:p>
          <a:p>
            <a:pPr marL="0" lvl="0" indent="0" algn="l" rtl="0">
              <a:spcBef>
                <a:spcPts val="1000"/>
              </a:spcBef>
              <a:spcAft>
                <a:spcPts val="0"/>
              </a:spcAft>
              <a:buNone/>
            </a:pPr>
            <a:endParaRPr sz="100"/>
          </a:p>
          <a:p>
            <a:pPr marL="457200" lvl="0" indent="-406400" algn="l" rtl="0">
              <a:spcBef>
                <a:spcPts val="1000"/>
              </a:spcBef>
              <a:spcAft>
                <a:spcPts val="0"/>
              </a:spcAft>
              <a:buSzPts val="2800"/>
              <a:buChar char="•"/>
            </a:pPr>
            <a:r>
              <a:rPr lang="en"/>
              <a:t>Task:</a:t>
            </a:r>
            <a:endParaRPr/>
          </a:p>
          <a:p>
            <a:pPr marL="914400" lvl="1" indent="-368300" algn="l" rtl="0">
              <a:spcBef>
                <a:spcPts val="0"/>
              </a:spcBef>
              <a:spcAft>
                <a:spcPts val="0"/>
              </a:spcAft>
              <a:buSzPts val="2200"/>
              <a:buChar char="•"/>
            </a:pPr>
            <a:r>
              <a:rPr lang="en" sz="2200"/>
              <a:t>Lead a humanitarian convoy through a hostile region</a:t>
            </a:r>
            <a:endParaRPr sz="2200"/>
          </a:p>
        </p:txBody>
      </p:sp>
      <p:pic>
        <p:nvPicPr>
          <p:cNvPr id="118" name="Google Shape;118;p20" descr="Screenshot 2015-04-10 12.13.46.png"/>
          <p:cNvPicPr preferRelativeResize="0"/>
          <p:nvPr/>
        </p:nvPicPr>
        <p:blipFill rotWithShape="1">
          <a:blip r:embed="rId3">
            <a:alphaModFix/>
          </a:blip>
          <a:srcRect/>
          <a:stretch/>
        </p:blipFill>
        <p:spPr>
          <a:xfrm>
            <a:off x="4666976" y="1177425"/>
            <a:ext cx="4477025" cy="2788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0" y="226395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Part I - Hypothesis Construction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2"/>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Constructing Hypotheses</a:t>
            </a:r>
            <a:endParaRPr/>
          </a:p>
        </p:txBody>
      </p:sp>
      <p:sp>
        <p:nvSpPr>
          <p:cNvPr id="129" name="Google Shape;129;p22"/>
          <p:cNvSpPr txBox="1">
            <a:spLocks noGrp="1"/>
          </p:cNvSpPr>
          <p:nvPr>
            <p:ph type="body" idx="1"/>
          </p:nvPr>
        </p:nvSpPr>
        <p:spPr>
          <a:xfrm>
            <a:off x="0" y="846831"/>
            <a:ext cx="9144000" cy="4003200"/>
          </a:xfrm>
          <a:prstGeom prst="rect">
            <a:avLst/>
          </a:prstGeom>
        </p:spPr>
        <p:txBody>
          <a:bodyPr spcFirstLastPara="1" wrap="square" lIns="91425" tIns="91425" rIns="91425" bIns="91425" anchor="t" anchorCtr="0">
            <a:noAutofit/>
          </a:bodyPr>
          <a:lstStyle/>
          <a:p>
            <a:pPr marL="457200" lvl="0" indent="-381000" algn="l" rtl="0">
              <a:lnSpc>
                <a:spcPct val="115000"/>
              </a:lnSpc>
              <a:spcBef>
                <a:spcPts val="1000"/>
              </a:spcBef>
              <a:spcAft>
                <a:spcPts val="0"/>
              </a:spcAft>
              <a:buSzPts val="2400"/>
              <a:buChar char="•"/>
            </a:pPr>
            <a:r>
              <a:rPr lang="en" sz="2400"/>
              <a:t>Two key things in your hypothesis statement</a:t>
            </a:r>
            <a:endParaRPr sz="2400"/>
          </a:p>
          <a:p>
            <a:pPr marL="914400" lvl="1" indent="-368300" algn="l" rtl="0">
              <a:lnSpc>
                <a:spcPct val="115000"/>
              </a:lnSpc>
              <a:spcBef>
                <a:spcPts val="0"/>
              </a:spcBef>
              <a:spcAft>
                <a:spcPts val="0"/>
              </a:spcAft>
              <a:buSzPts val="2200"/>
              <a:buChar char="•"/>
            </a:pPr>
            <a:r>
              <a:rPr lang="en" sz="2200"/>
              <a:t>Indicate a specific relation i.e., higher or lower</a:t>
            </a:r>
            <a:endParaRPr sz="2200"/>
          </a:p>
          <a:p>
            <a:pPr marL="914400" lvl="1" indent="-368300" algn="l" rtl="0">
              <a:lnSpc>
                <a:spcPct val="115000"/>
              </a:lnSpc>
              <a:spcBef>
                <a:spcPts val="0"/>
              </a:spcBef>
              <a:spcAft>
                <a:spcPts val="0"/>
              </a:spcAft>
              <a:buSzPts val="2200"/>
              <a:buChar char="•"/>
            </a:pPr>
            <a:r>
              <a:rPr lang="en" sz="2200"/>
              <a:t>Ensure it corresponds to the given notion</a:t>
            </a:r>
            <a:endParaRPr sz="2200"/>
          </a:p>
          <a:p>
            <a:pPr marL="0" lvl="0" indent="0" algn="l" rtl="0">
              <a:lnSpc>
                <a:spcPct val="115000"/>
              </a:lnSpc>
              <a:spcBef>
                <a:spcPts val="1000"/>
              </a:spcBef>
              <a:spcAft>
                <a:spcPts val="0"/>
              </a:spcAft>
              <a:buNone/>
            </a:pPr>
            <a:endParaRPr sz="2200"/>
          </a:p>
          <a:p>
            <a:pPr marL="457200" lvl="0" indent="-381000" algn="l" rtl="0">
              <a:lnSpc>
                <a:spcPct val="115000"/>
              </a:lnSpc>
              <a:spcBef>
                <a:spcPts val="0"/>
              </a:spcBef>
              <a:spcAft>
                <a:spcPts val="0"/>
              </a:spcAft>
              <a:buSzPts val="2400"/>
              <a:buChar char="•"/>
            </a:pPr>
            <a:r>
              <a:rPr lang="en" sz="2400"/>
              <a:t>Example: the notion of repetition</a:t>
            </a:r>
            <a:endParaRPr sz="2400"/>
          </a:p>
          <a:p>
            <a:pPr marL="914400" lvl="1" indent="-368300" algn="l" rtl="0">
              <a:lnSpc>
                <a:spcPct val="115000"/>
              </a:lnSpc>
              <a:spcBef>
                <a:spcPts val="0"/>
              </a:spcBef>
              <a:spcAft>
                <a:spcPts val="0"/>
              </a:spcAft>
              <a:buSzPts val="2200"/>
              <a:buChar char="•"/>
            </a:pPr>
            <a:r>
              <a:rPr lang="en" sz="2200" i="1"/>
              <a:t>RSndSnd: A sender i sending multiple messages in a sequence.</a:t>
            </a:r>
            <a:endParaRPr sz="2200" i="1"/>
          </a:p>
          <a:p>
            <a:pPr marL="914400" lvl="1" indent="-368300" algn="l" rtl="0">
              <a:lnSpc>
                <a:spcPct val="115000"/>
              </a:lnSpc>
              <a:spcBef>
                <a:spcPts val="0"/>
              </a:spcBef>
              <a:spcAft>
                <a:spcPts val="0"/>
              </a:spcAft>
              <a:buSzPts val="2200"/>
              <a:buChar char="•"/>
            </a:pPr>
            <a:r>
              <a:rPr lang="en" sz="2200" i="1"/>
              <a:t>H1a: The likelihood of individual i sending a message to individual j is greater if i has sent a message to j recently</a:t>
            </a:r>
            <a:endParaRPr sz="2200" i="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3"/>
          <p:cNvSpPr txBox="1">
            <a:spLocks noGrp="1"/>
          </p:cNvSpPr>
          <p:nvPr>
            <p:ph type="title"/>
          </p:nvPr>
        </p:nvSpPr>
        <p:spPr>
          <a:xfrm>
            <a:off x="0" y="226395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Part II - Hypothesis Testing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4"/>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Testing Hypotheses</a:t>
            </a:r>
            <a:endParaRPr/>
          </a:p>
        </p:txBody>
      </p:sp>
      <p:sp>
        <p:nvSpPr>
          <p:cNvPr id="140" name="Google Shape;140;p24"/>
          <p:cNvSpPr txBox="1">
            <a:spLocks noGrp="1"/>
          </p:cNvSpPr>
          <p:nvPr>
            <p:ph type="body" idx="1"/>
          </p:nvPr>
        </p:nvSpPr>
        <p:spPr>
          <a:xfrm>
            <a:off x="0" y="764005"/>
            <a:ext cx="9144000" cy="554700"/>
          </a:xfrm>
          <a:prstGeom prst="rect">
            <a:avLst/>
          </a:prstGeom>
        </p:spPr>
        <p:txBody>
          <a:bodyPr spcFirstLastPara="1" wrap="square" lIns="91425" tIns="91425" rIns="91425" bIns="91425" anchor="t" anchorCtr="0">
            <a:noAutofit/>
          </a:bodyPr>
          <a:lstStyle/>
          <a:p>
            <a:pPr marL="457200" lvl="0" indent="-355600" algn="l" rtl="0">
              <a:spcBef>
                <a:spcPts val="1000"/>
              </a:spcBef>
              <a:spcAft>
                <a:spcPts val="0"/>
              </a:spcAft>
              <a:buSzPts val="2000"/>
              <a:buChar char="•"/>
            </a:pPr>
            <a:r>
              <a:rPr lang="en" sz="1800"/>
              <a:t>Similar to ERGM Lab</a:t>
            </a:r>
            <a:endParaRPr sz="2000"/>
          </a:p>
        </p:txBody>
      </p:sp>
      <p:sp>
        <p:nvSpPr>
          <p:cNvPr id="141" name="Google Shape;141;p24"/>
          <p:cNvSpPr/>
          <p:nvPr/>
        </p:nvSpPr>
        <p:spPr>
          <a:xfrm>
            <a:off x="363075" y="1554631"/>
            <a:ext cx="1435482" cy="801576"/>
          </a:xfrm>
          <a:prstGeom prst="flowChartTerminator">
            <a:avLst/>
          </a:prstGeom>
          <a:solidFill>
            <a:srgbClr val="4E2A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rPr>
              <a:t>Run a statistical test (i.e., REM)</a:t>
            </a:r>
            <a:endParaRPr>
              <a:solidFill>
                <a:srgbClr val="FFFFFF"/>
              </a:solidFill>
            </a:endParaRPr>
          </a:p>
        </p:txBody>
      </p:sp>
      <p:sp>
        <p:nvSpPr>
          <p:cNvPr id="142" name="Google Shape;142;p24"/>
          <p:cNvSpPr/>
          <p:nvPr/>
        </p:nvSpPr>
        <p:spPr>
          <a:xfrm>
            <a:off x="2056550" y="1554619"/>
            <a:ext cx="1319400" cy="801600"/>
          </a:xfrm>
          <a:prstGeom prst="rect">
            <a:avLst/>
          </a:prstGeom>
          <a:solidFill>
            <a:srgbClr val="4E2A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rPr>
              <a:t>See p-value of the proper variable</a:t>
            </a:r>
            <a:endParaRPr sz="1300">
              <a:solidFill>
                <a:srgbClr val="FFFFFF"/>
              </a:solidFill>
            </a:endParaRPr>
          </a:p>
        </p:txBody>
      </p:sp>
      <p:sp>
        <p:nvSpPr>
          <p:cNvPr id="143" name="Google Shape;143;p24"/>
          <p:cNvSpPr/>
          <p:nvPr/>
        </p:nvSpPr>
        <p:spPr>
          <a:xfrm>
            <a:off x="3693750" y="1449925"/>
            <a:ext cx="2269200" cy="1020000"/>
          </a:xfrm>
          <a:prstGeom prst="diamond">
            <a:avLst/>
          </a:prstGeom>
          <a:solidFill>
            <a:srgbClr val="4E2A84"/>
          </a:solidFill>
          <a:ln>
            <a:noFill/>
          </a:ln>
        </p:spPr>
        <p:txBody>
          <a:bodyPr spcFirstLastPara="1" wrap="square" lIns="0" tIns="0" rIns="0" bIns="0" anchor="ctr" anchorCtr="0">
            <a:noAutofit/>
          </a:bodyPr>
          <a:lstStyle/>
          <a:p>
            <a:pPr marL="0" lvl="0" indent="0" algn="l" rtl="0">
              <a:spcBef>
                <a:spcPts val="0"/>
              </a:spcBef>
              <a:spcAft>
                <a:spcPts val="0"/>
              </a:spcAft>
              <a:buNone/>
            </a:pPr>
            <a:r>
              <a:rPr lang="en">
                <a:solidFill>
                  <a:schemeClr val="lt1"/>
                </a:solidFill>
              </a:rPr>
              <a:t>p-value &lt; 0.05</a:t>
            </a:r>
            <a:endParaRPr>
              <a:solidFill>
                <a:srgbClr val="FFFFFF"/>
              </a:solidFill>
            </a:endParaRPr>
          </a:p>
        </p:txBody>
      </p:sp>
      <p:sp>
        <p:nvSpPr>
          <p:cNvPr id="144" name="Google Shape;144;p24"/>
          <p:cNvSpPr/>
          <p:nvPr/>
        </p:nvSpPr>
        <p:spPr>
          <a:xfrm>
            <a:off x="1904913" y="3385500"/>
            <a:ext cx="1319400" cy="697800"/>
          </a:xfrm>
          <a:prstGeom prst="rect">
            <a:avLst/>
          </a:prstGeom>
          <a:solidFill>
            <a:srgbClr val="274E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rgbClr val="FFFFFF"/>
                </a:solidFill>
              </a:rPr>
              <a:t>Reject the </a:t>
            </a:r>
            <a:r>
              <a:rPr lang="en" sz="1300" i="1">
                <a:solidFill>
                  <a:srgbClr val="FFFFFF"/>
                </a:solidFill>
              </a:rPr>
              <a:t>null</a:t>
            </a:r>
            <a:r>
              <a:rPr lang="en" sz="1300">
                <a:solidFill>
                  <a:srgbClr val="FFFFFF"/>
                </a:solidFill>
              </a:rPr>
              <a:t> hypothesis</a:t>
            </a:r>
            <a:endParaRPr sz="1300">
              <a:solidFill>
                <a:srgbClr val="FFFFFF"/>
              </a:solidFill>
            </a:endParaRPr>
          </a:p>
        </p:txBody>
      </p:sp>
      <p:sp>
        <p:nvSpPr>
          <p:cNvPr id="145" name="Google Shape;145;p24"/>
          <p:cNvSpPr/>
          <p:nvPr/>
        </p:nvSpPr>
        <p:spPr>
          <a:xfrm>
            <a:off x="6770450" y="1554631"/>
            <a:ext cx="1980234" cy="801576"/>
          </a:xfrm>
          <a:prstGeom prst="flowChartTerminator">
            <a:avLst/>
          </a:prstGeom>
          <a:solidFill>
            <a:srgbClr val="990000"/>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200">
                <a:solidFill>
                  <a:schemeClr val="lt1"/>
                </a:solidFill>
              </a:rPr>
              <a:t>Fail to reject the </a:t>
            </a:r>
            <a:r>
              <a:rPr lang="en" sz="1200" i="1">
                <a:solidFill>
                  <a:schemeClr val="lt1"/>
                </a:solidFill>
              </a:rPr>
              <a:t>null </a:t>
            </a:r>
            <a:r>
              <a:rPr lang="en" sz="1200">
                <a:solidFill>
                  <a:schemeClr val="lt1"/>
                </a:solidFill>
              </a:rPr>
              <a:t>hypothesis </a:t>
            </a:r>
            <a:r>
              <a:rPr lang="en" sz="1100">
                <a:solidFill>
                  <a:schemeClr val="lt1"/>
                </a:solidFill>
              </a:rPr>
              <a:t>(don’t interpret the estimate)</a:t>
            </a:r>
            <a:endParaRPr sz="1100">
              <a:solidFill>
                <a:srgbClr val="FFFFFF"/>
              </a:solidFill>
            </a:endParaRPr>
          </a:p>
        </p:txBody>
      </p:sp>
      <p:sp>
        <p:nvSpPr>
          <p:cNvPr id="146" name="Google Shape;146;p24"/>
          <p:cNvSpPr/>
          <p:nvPr/>
        </p:nvSpPr>
        <p:spPr>
          <a:xfrm>
            <a:off x="6770450" y="2927238"/>
            <a:ext cx="1980234" cy="744660"/>
          </a:xfrm>
          <a:prstGeom prst="flowChartTerminator">
            <a:avLst/>
          </a:prstGeom>
          <a:solidFill>
            <a:srgbClr val="274E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rPr>
              <a:t>Accept the proposed hypothesis &amp; interpret the estimate</a:t>
            </a:r>
            <a:endParaRPr sz="1200">
              <a:solidFill>
                <a:srgbClr val="FFFFFF"/>
              </a:solidFill>
            </a:endParaRPr>
          </a:p>
        </p:txBody>
      </p:sp>
      <p:sp>
        <p:nvSpPr>
          <p:cNvPr id="147" name="Google Shape;147;p24"/>
          <p:cNvSpPr/>
          <p:nvPr/>
        </p:nvSpPr>
        <p:spPr>
          <a:xfrm>
            <a:off x="6770450" y="3796984"/>
            <a:ext cx="1980234" cy="744660"/>
          </a:xfrm>
          <a:prstGeom prst="flowChartTerminator">
            <a:avLst/>
          </a:prstGeom>
          <a:solidFill>
            <a:srgbClr val="274E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rPr>
              <a:t>Reject the proposed</a:t>
            </a:r>
            <a:r>
              <a:rPr lang="en" sz="1200">
                <a:solidFill>
                  <a:schemeClr val="lt1"/>
                </a:solidFill>
              </a:rPr>
              <a:t> </a:t>
            </a:r>
            <a:r>
              <a:rPr lang="en" sz="1200">
                <a:solidFill>
                  <a:srgbClr val="FFFFFF"/>
                </a:solidFill>
              </a:rPr>
              <a:t>hypothesis &amp; interpret the estimate</a:t>
            </a:r>
            <a:endParaRPr sz="1200">
              <a:solidFill>
                <a:srgbClr val="FFFFFF"/>
              </a:solidFill>
            </a:endParaRPr>
          </a:p>
        </p:txBody>
      </p:sp>
      <p:cxnSp>
        <p:nvCxnSpPr>
          <p:cNvPr id="148" name="Google Shape;148;p24"/>
          <p:cNvCxnSpPr>
            <a:stCxn id="141" idx="3"/>
            <a:endCxn id="142" idx="1"/>
          </p:cNvCxnSpPr>
          <p:nvPr/>
        </p:nvCxnSpPr>
        <p:spPr>
          <a:xfrm>
            <a:off x="1798557" y="1955419"/>
            <a:ext cx="258000" cy="600"/>
          </a:xfrm>
          <a:prstGeom prst="bentConnector3">
            <a:avLst>
              <a:gd name="adj1" fmla="val 49999"/>
            </a:avLst>
          </a:prstGeom>
          <a:noFill/>
          <a:ln w="9525" cap="flat" cmpd="sng">
            <a:solidFill>
              <a:schemeClr val="dk2"/>
            </a:solidFill>
            <a:prstDash val="solid"/>
            <a:round/>
            <a:headEnd type="none" w="med" len="med"/>
            <a:tailEnd type="triangle" w="med" len="med"/>
          </a:ln>
        </p:spPr>
      </p:cxnSp>
      <p:cxnSp>
        <p:nvCxnSpPr>
          <p:cNvPr id="149" name="Google Shape;149;p24"/>
          <p:cNvCxnSpPr>
            <a:stCxn id="142" idx="3"/>
            <a:endCxn id="143" idx="1"/>
          </p:cNvCxnSpPr>
          <p:nvPr/>
        </p:nvCxnSpPr>
        <p:spPr>
          <a:xfrm>
            <a:off x="3375950" y="1955419"/>
            <a:ext cx="317700" cy="4500"/>
          </a:xfrm>
          <a:prstGeom prst="bentConnector3">
            <a:avLst>
              <a:gd name="adj1" fmla="val 50016"/>
            </a:avLst>
          </a:prstGeom>
          <a:noFill/>
          <a:ln w="9525" cap="flat" cmpd="sng">
            <a:solidFill>
              <a:schemeClr val="dk2"/>
            </a:solidFill>
            <a:prstDash val="solid"/>
            <a:round/>
            <a:headEnd type="none" w="med" len="med"/>
            <a:tailEnd type="triangle" w="med" len="med"/>
          </a:ln>
        </p:spPr>
      </p:cxnSp>
      <p:cxnSp>
        <p:nvCxnSpPr>
          <p:cNvPr id="150" name="Google Shape;150;p24"/>
          <p:cNvCxnSpPr>
            <a:stCxn id="143" idx="2"/>
            <a:endCxn id="144" idx="0"/>
          </p:cNvCxnSpPr>
          <p:nvPr/>
        </p:nvCxnSpPr>
        <p:spPr>
          <a:xfrm rot="5400000">
            <a:off x="3238650" y="1795825"/>
            <a:ext cx="915600" cy="2263800"/>
          </a:xfrm>
          <a:prstGeom prst="bentConnector3">
            <a:avLst>
              <a:gd name="adj1" fmla="val 35905"/>
            </a:avLst>
          </a:prstGeom>
          <a:noFill/>
          <a:ln w="9525" cap="flat" cmpd="sng">
            <a:solidFill>
              <a:schemeClr val="dk2"/>
            </a:solidFill>
            <a:prstDash val="dash"/>
            <a:round/>
            <a:headEnd type="none" w="med" len="med"/>
            <a:tailEnd type="triangle" w="med" len="med"/>
          </a:ln>
        </p:spPr>
      </p:cxnSp>
      <p:cxnSp>
        <p:nvCxnSpPr>
          <p:cNvPr id="151" name="Google Shape;151;p24"/>
          <p:cNvCxnSpPr>
            <a:stCxn id="143" idx="3"/>
            <a:endCxn id="145" idx="1"/>
          </p:cNvCxnSpPr>
          <p:nvPr/>
        </p:nvCxnSpPr>
        <p:spPr>
          <a:xfrm rot="10800000" flipH="1">
            <a:off x="5962950" y="1955425"/>
            <a:ext cx="807600" cy="4500"/>
          </a:xfrm>
          <a:prstGeom prst="straightConnector1">
            <a:avLst/>
          </a:prstGeom>
          <a:noFill/>
          <a:ln w="9525" cap="flat" cmpd="sng">
            <a:solidFill>
              <a:schemeClr val="dk2"/>
            </a:solidFill>
            <a:prstDash val="solid"/>
            <a:round/>
            <a:headEnd type="none" w="med" len="med"/>
            <a:tailEnd type="triangle" w="med" len="med"/>
          </a:ln>
        </p:spPr>
      </p:cxnSp>
      <p:cxnSp>
        <p:nvCxnSpPr>
          <p:cNvPr id="152" name="Google Shape;152;p24"/>
          <p:cNvCxnSpPr>
            <a:stCxn id="153" idx="3"/>
            <a:endCxn id="146" idx="1"/>
          </p:cNvCxnSpPr>
          <p:nvPr/>
        </p:nvCxnSpPr>
        <p:spPr>
          <a:xfrm rot="10800000" flipH="1">
            <a:off x="6260925" y="3299700"/>
            <a:ext cx="509400" cy="434700"/>
          </a:xfrm>
          <a:prstGeom prst="bentConnector3">
            <a:avLst>
              <a:gd name="adj1" fmla="val 50012"/>
            </a:avLst>
          </a:prstGeom>
          <a:noFill/>
          <a:ln w="9525" cap="flat" cmpd="sng">
            <a:solidFill>
              <a:schemeClr val="dk2"/>
            </a:solidFill>
            <a:prstDash val="solid"/>
            <a:round/>
            <a:headEnd type="none" w="med" len="med"/>
            <a:tailEnd type="triangle" w="med" len="med"/>
          </a:ln>
        </p:spPr>
      </p:cxnSp>
      <p:cxnSp>
        <p:nvCxnSpPr>
          <p:cNvPr id="154" name="Google Shape;154;p24"/>
          <p:cNvCxnSpPr>
            <a:stCxn id="153" idx="3"/>
            <a:endCxn id="147" idx="1"/>
          </p:cNvCxnSpPr>
          <p:nvPr/>
        </p:nvCxnSpPr>
        <p:spPr>
          <a:xfrm>
            <a:off x="6260925" y="3734400"/>
            <a:ext cx="509400" cy="435000"/>
          </a:xfrm>
          <a:prstGeom prst="bentConnector3">
            <a:avLst>
              <a:gd name="adj1" fmla="val 50012"/>
            </a:avLst>
          </a:prstGeom>
          <a:noFill/>
          <a:ln w="9525" cap="flat" cmpd="sng">
            <a:solidFill>
              <a:schemeClr val="dk2"/>
            </a:solidFill>
            <a:prstDash val="dash"/>
            <a:round/>
            <a:headEnd type="none" w="med" len="med"/>
            <a:tailEnd type="triangle" w="med" len="med"/>
          </a:ln>
        </p:spPr>
      </p:cxnSp>
      <p:cxnSp>
        <p:nvCxnSpPr>
          <p:cNvPr id="155" name="Google Shape;155;p24"/>
          <p:cNvCxnSpPr/>
          <p:nvPr/>
        </p:nvCxnSpPr>
        <p:spPr>
          <a:xfrm>
            <a:off x="7543550" y="462400"/>
            <a:ext cx="557700" cy="0"/>
          </a:xfrm>
          <a:prstGeom prst="straightConnector1">
            <a:avLst/>
          </a:prstGeom>
          <a:noFill/>
          <a:ln w="9525" cap="flat" cmpd="sng">
            <a:solidFill>
              <a:schemeClr val="dk2"/>
            </a:solidFill>
            <a:prstDash val="solid"/>
            <a:round/>
            <a:headEnd type="none" w="med" len="med"/>
            <a:tailEnd type="triangle" w="med" len="med"/>
          </a:ln>
        </p:spPr>
      </p:cxnSp>
      <p:cxnSp>
        <p:nvCxnSpPr>
          <p:cNvPr id="156" name="Google Shape;156;p24"/>
          <p:cNvCxnSpPr/>
          <p:nvPr/>
        </p:nvCxnSpPr>
        <p:spPr>
          <a:xfrm>
            <a:off x="7543550" y="767200"/>
            <a:ext cx="557700" cy="0"/>
          </a:xfrm>
          <a:prstGeom prst="straightConnector1">
            <a:avLst/>
          </a:prstGeom>
          <a:noFill/>
          <a:ln w="9525" cap="flat" cmpd="sng">
            <a:solidFill>
              <a:schemeClr val="dk2"/>
            </a:solidFill>
            <a:prstDash val="dash"/>
            <a:round/>
            <a:headEnd type="none" w="med" len="med"/>
            <a:tailEnd type="triangle" w="med" len="med"/>
          </a:ln>
        </p:spPr>
      </p:cxnSp>
      <p:sp>
        <p:nvSpPr>
          <p:cNvPr id="157" name="Google Shape;157;p24"/>
          <p:cNvSpPr txBox="1"/>
          <p:nvPr/>
        </p:nvSpPr>
        <p:spPr>
          <a:xfrm>
            <a:off x="8212825" y="276500"/>
            <a:ext cx="780900" cy="35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Helvetica Neue Light"/>
                <a:ea typeface="Helvetica Neue Light"/>
                <a:cs typeface="Helvetica Neue Light"/>
                <a:sym typeface="Helvetica Neue Light"/>
              </a:rPr>
              <a:t>Yes</a:t>
            </a:r>
            <a:endParaRPr>
              <a:latin typeface="Helvetica Neue Light"/>
              <a:ea typeface="Helvetica Neue Light"/>
              <a:cs typeface="Helvetica Neue Light"/>
              <a:sym typeface="Helvetica Neue Light"/>
            </a:endParaRPr>
          </a:p>
        </p:txBody>
      </p:sp>
      <p:sp>
        <p:nvSpPr>
          <p:cNvPr id="158" name="Google Shape;158;p24"/>
          <p:cNvSpPr txBox="1"/>
          <p:nvPr/>
        </p:nvSpPr>
        <p:spPr>
          <a:xfrm>
            <a:off x="8212825" y="581300"/>
            <a:ext cx="780900" cy="35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Helvetica Neue Light"/>
                <a:ea typeface="Helvetica Neue Light"/>
                <a:cs typeface="Helvetica Neue Light"/>
                <a:sym typeface="Helvetica Neue Light"/>
              </a:rPr>
              <a:t>No</a:t>
            </a:r>
            <a:endParaRPr>
              <a:latin typeface="Helvetica Neue Light"/>
              <a:ea typeface="Helvetica Neue Light"/>
              <a:cs typeface="Helvetica Neue Light"/>
              <a:sym typeface="Helvetica Neue Light"/>
            </a:endParaRPr>
          </a:p>
        </p:txBody>
      </p:sp>
      <p:sp>
        <p:nvSpPr>
          <p:cNvPr id="153" name="Google Shape;153;p24"/>
          <p:cNvSpPr/>
          <p:nvPr/>
        </p:nvSpPr>
        <p:spPr>
          <a:xfrm>
            <a:off x="3628125" y="3042750"/>
            <a:ext cx="2632800" cy="1383300"/>
          </a:xfrm>
          <a:prstGeom prst="diamond">
            <a:avLst/>
          </a:prstGeom>
          <a:solidFill>
            <a:srgbClr val="274E13"/>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300">
                <a:solidFill>
                  <a:srgbClr val="FFFFFF"/>
                </a:solidFill>
              </a:rPr>
              <a:t>Sign of the estimate aligns with the proposed hypothesis?</a:t>
            </a:r>
            <a:endParaRPr sz="1300">
              <a:solidFill>
                <a:srgbClr val="FFFFFF"/>
              </a:solidFill>
            </a:endParaRPr>
          </a:p>
        </p:txBody>
      </p:sp>
      <p:cxnSp>
        <p:nvCxnSpPr>
          <p:cNvPr id="159" name="Google Shape;159;p24"/>
          <p:cNvCxnSpPr>
            <a:stCxn id="144" idx="3"/>
            <a:endCxn id="153" idx="1"/>
          </p:cNvCxnSpPr>
          <p:nvPr/>
        </p:nvCxnSpPr>
        <p:spPr>
          <a:xfrm>
            <a:off x="3224313" y="3734400"/>
            <a:ext cx="4038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5"/>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Results of Model 1</a:t>
            </a:r>
            <a:endParaRPr/>
          </a:p>
        </p:txBody>
      </p:sp>
      <p:pic>
        <p:nvPicPr>
          <p:cNvPr id="165" name="Google Shape;165;p25"/>
          <p:cNvPicPr preferRelativeResize="0"/>
          <p:nvPr/>
        </p:nvPicPr>
        <p:blipFill rotWithShape="1">
          <a:blip r:embed="rId3">
            <a:alphaModFix/>
          </a:blip>
          <a:srcRect l="1218" t="57024" r="45784" b="12272"/>
          <a:stretch/>
        </p:blipFill>
        <p:spPr>
          <a:xfrm>
            <a:off x="386425" y="1371600"/>
            <a:ext cx="8371149" cy="2726700"/>
          </a:xfrm>
          <a:prstGeom prst="rect">
            <a:avLst/>
          </a:prstGeom>
          <a:noFill/>
          <a:ln>
            <a:noFill/>
          </a:ln>
        </p:spPr>
      </p:pic>
      <p:sp>
        <p:nvSpPr>
          <p:cNvPr id="166" name="Google Shape;166;p25"/>
          <p:cNvSpPr txBox="1"/>
          <p:nvPr/>
        </p:nvSpPr>
        <p:spPr>
          <a:xfrm>
            <a:off x="1078275" y="995200"/>
            <a:ext cx="3457800" cy="297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rgbClr val="4E2A84"/>
                </a:solidFill>
                <a:latin typeface="Helvetica Neue"/>
                <a:ea typeface="Helvetica Neue"/>
                <a:cs typeface="Helvetica Neue"/>
                <a:sym typeface="Helvetica Neue"/>
              </a:rPr>
              <a:t>Log-hazard ratio estimates</a:t>
            </a:r>
            <a:endParaRPr sz="2000" b="1">
              <a:solidFill>
                <a:srgbClr val="4E2A84"/>
              </a:solidFill>
              <a:latin typeface="Helvetica Neue"/>
              <a:ea typeface="Helvetica Neue"/>
              <a:cs typeface="Helvetica Neue"/>
              <a:sym typeface="Helvetica Neue"/>
            </a:endParaRPr>
          </a:p>
        </p:txBody>
      </p:sp>
      <p:sp>
        <p:nvSpPr>
          <p:cNvPr id="167" name="Google Shape;167;p25"/>
          <p:cNvSpPr/>
          <p:nvPr/>
        </p:nvSpPr>
        <p:spPr>
          <a:xfrm>
            <a:off x="2007825" y="2082200"/>
            <a:ext cx="1598700" cy="1140300"/>
          </a:xfrm>
          <a:prstGeom prst="rect">
            <a:avLst/>
          </a:prstGeom>
          <a:noFill/>
          <a:ln w="28575" cap="flat" cmpd="sng">
            <a:solidFill>
              <a:srgbClr val="4E2A8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8" name="Google Shape;168;p25"/>
          <p:cNvCxnSpPr>
            <a:stCxn id="167" idx="0"/>
            <a:endCxn id="166" idx="2"/>
          </p:cNvCxnSpPr>
          <p:nvPr/>
        </p:nvCxnSpPr>
        <p:spPr>
          <a:xfrm rot="10800000">
            <a:off x="2807175" y="1292900"/>
            <a:ext cx="0" cy="789300"/>
          </a:xfrm>
          <a:prstGeom prst="straightConnector1">
            <a:avLst/>
          </a:prstGeom>
          <a:noFill/>
          <a:ln w="28575" cap="flat" cmpd="sng">
            <a:solidFill>
              <a:srgbClr val="4E2A84"/>
            </a:solidFill>
            <a:prstDash val="solid"/>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6"/>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Results of Model 1</a:t>
            </a:r>
            <a:endParaRPr/>
          </a:p>
        </p:txBody>
      </p:sp>
      <p:pic>
        <p:nvPicPr>
          <p:cNvPr id="174" name="Google Shape;174;p26"/>
          <p:cNvPicPr preferRelativeResize="0"/>
          <p:nvPr/>
        </p:nvPicPr>
        <p:blipFill rotWithShape="1">
          <a:blip r:embed="rId3">
            <a:alphaModFix/>
          </a:blip>
          <a:srcRect l="1218" t="57024" r="45784" b="12272"/>
          <a:stretch/>
        </p:blipFill>
        <p:spPr>
          <a:xfrm>
            <a:off x="386425" y="1371600"/>
            <a:ext cx="8371149" cy="2726700"/>
          </a:xfrm>
          <a:prstGeom prst="rect">
            <a:avLst/>
          </a:prstGeom>
          <a:noFill/>
          <a:ln>
            <a:noFill/>
          </a:ln>
        </p:spPr>
      </p:pic>
      <p:sp>
        <p:nvSpPr>
          <p:cNvPr id="175" name="Google Shape;175;p26"/>
          <p:cNvSpPr/>
          <p:nvPr/>
        </p:nvSpPr>
        <p:spPr>
          <a:xfrm>
            <a:off x="421400" y="2838225"/>
            <a:ext cx="7944600" cy="285000"/>
          </a:xfrm>
          <a:prstGeom prst="rect">
            <a:avLst/>
          </a:prstGeom>
          <a:noFill/>
          <a:ln w="28575" cap="flat" cmpd="sng">
            <a:solidFill>
              <a:srgbClr val="4E2A8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6"/>
          <p:cNvSpPr txBox="1"/>
          <p:nvPr/>
        </p:nvSpPr>
        <p:spPr>
          <a:xfrm>
            <a:off x="4399850" y="1074000"/>
            <a:ext cx="4424700" cy="297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rgbClr val="4E2A84"/>
                </a:solidFill>
                <a:latin typeface="Helvetica Neue"/>
                <a:ea typeface="Helvetica Neue"/>
                <a:cs typeface="Helvetica Neue"/>
                <a:sym typeface="Helvetica Neue"/>
              </a:rPr>
              <a:t>Interpret the sign of the coefficient as well as the significance.</a:t>
            </a:r>
            <a:endParaRPr sz="2000" b="1">
              <a:solidFill>
                <a:srgbClr val="4E2A84"/>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7"/>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H1a: Repetition/RSndSnd</a:t>
            </a:r>
            <a:endParaRPr/>
          </a:p>
        </p:txBody>
      </p:sp>
      <p:pic>
        <p:nvPicPr>
          <p:cNvPr id="182" name="Google Shape;182;p27"/>
          <p:cNvPicPr preferRelativeResize="0"/>
          <p:nvPr/>
        </p:nvPicPr>
        <p:blipFill rotWithShape="1">
          <a:blip r:embed="rId3">
            <a:alphaModFix/>
          </a:blip>
          <a:srcRect l="1218" t="57024" r="45784" b="12272"/>
          <a:stretch/>
        </p:blipFill>
        <p:spPr>
          <a:xfrm>
            <a:off x="30100" y="1578200"/>
            <a:ext cx="7102599" cy="2313500"/>
          </a:xfrm>
          <a:prstGeom prst="rect">
            <a:avLst/>
          </a:prstGeom>
          <a:noFill/>
          <a:ln>
            <a:noFill/>
          </a:ln>
        </p:spPr>
      </p:pic>
      <p:sp>
        <p:nvSpPr>
          <p:cNvPr id="183" name="Google Shape;183;p27"/>
          <p:cNvSpPr/>
          <p:nvPr/>
        </p:nvSpPr>
        <p:spPr>
          <a:xfrm>
            <a:off x="40400" y="2838225"/>
            <a:ext cx="6763800" cy="285000"/>
          </a:xfrm>
          <a:prstGeom prst="rect">
            <a:avLst/>
          </a:prstGeom>
          <a:noFill/>
          <a:ln w="28575" cap="flat" cmpd="sng">
            <a:solidFill>
              <a:srgbClr val="4E2A8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7"/>
          <p:cNvSpPr txBox="1"/>
          <p:nvPr/>
        </p:nvSpPr>
        <p:spPr>
          <a:xfrm>
            <a:off x="6804200" y="1423725"/>
            <a:ext cx="2340000" cy="14940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4E2A84"/>
              </a:buClr>
              <a:buSzPts val="1800"/>
              <a:buFont typeface="Helvetica Neue"/>
              <a:buChar char="●"/>
            </a:pPr>
            <a:r>
              <a:rPr lang="en" sz="1800" b="1" i="1">
                <a:solidFill>
                  <a:srgbClr val="4E2A84"/>
                </a:solidFill>
                <a:latin typeface="Helvetica Neue"/>
                <a:ea typeface="Helvetica Neue"/>
                <a:cs typeface="Helvetica Neue"/>
                <a:sym typeface="Helvetica Neue"/>
              </a:rPr>
              <a:t>p</a:t>
            </a:r>
            <a:r>
              <a:rPr lang="en" sz="1800" b="1">
                <a:solidFill>
                  <a:srgbClr val="4E2A84"/>
                </a:solidFill>
                <a:latin typeface="Helvetica Neue"/>
                <a:ea typeface="Helvetica Neue"/>
                <a:cs typeface="Helvetica Neue"/>
                <a:sym typeface="Helvetica Neue"/>
              </a:rPr>
              <a:t>-value: Is it less than 0.05?</a:t>
            </a:r>
            <a:endParaRPr sz="1800" b="1">
              <a:solidFill>
                <a:srgbClr val="4E2A84"/>
              </a:solidFill>
              <a:latin typeface="Helvetica Neue"/>
              <a:ea typeface="Helvetica Neue"/>
              <a:cs typeface="Helvetica Neue"/>
              <a:sym typeface="Helvetica Neue"/>
            </a:endParaRPr>
          </a:p>
          <a:p>
            <a:pPr marL="457200" lvl="0" indent="-342900" algn="l" rtl="0">
              <a:spcBef>
                <a:spcPts val="0"/>
              </a:spcBef>
              <a:spcAft>
                <a:spcPts val="0"/>
              </a:spcAft>
              <a:buClr>
                <a:srgbClr val="4E2A84"/>
              </a:buClr>
              <a:buSzPts val="1800"/>
              <a:buFont typeface="Helvetica Neue"/>
              <a:buChar char="●"/>
            </a:pPr>
            <a:r>
              <a:rPr lang="en" sz="1800" b="1">
                <a:solidFill>
                  <a:srgbClr val="4E2A84"/>
                </a:solidFill>
                <a:latin typeface="Helvetica Neue"/>
                <a:ea typeface="Helvetica Neue"/>
                <a:cs typeface="Helvetica Neue"/>
                <a:sym typeface="Helvetica Neue"/>
              </a:rPr>
              <a:t>Sign: Is it positive or negative</a:t>
            </a:r>
            <a:endParaRPr sz="1800" b="1">
              <a:solidFill>
                <a:srgbClr val="4E2A84"/>
              </a:solidFill>
              <a:latin typeface="Helvetica Neue"/>
              <a:ea typeface="Helvetica Neue"/>
              <a:cs typeface="Helvetica Neue"/>
              <a:sym typeface="Helvetica Neue"/>
            </a:endParaRPr>
          </a:p>
          <a:p>
            <a:pPr marL="457200" lvl="0" indent="-342900" algn="l" rtl="0">
              <a:spcBef>
                <a:spcPts val="0"/>
              </a:spcBef>
              <a:spcAft>
                <a:spcPts val="0"/>
              </a:spcAft>
              <a:buClr>
                <a:srgbClr val="4E2A84"/>
              </a:buClr>
              <a:buSzPts val="1800"/>
              <a:buFont typeface="Helvetica Neue"/>
              <a:buChar char="●"/>
            </a:pPr>
            <a:r>
              <a:rPr lang="en" sz="1800" b="1">
                <a:solidFill>
                  <a:srgbClr val="4E2A84"/>
                </a:solidFill>
                <a:latin typeface="Helvetica Neue"/>
                <a:ea typeface="Helvetica Neue"/>
                <a:cs typeface="Helvetica Neue"/>
                <a:sym typeface="Helvetica Neue"/>
              </a:rPr>
              <a:t>Testing H1a: Is it supported?</a:t>
            </a:r>
            <a:endParaRPr sz="1800" b="1">
              <a:solidFill>
                <a:srgbClr val="4E2A84"/>
              </a:solidFill>
              <a:latin typeface="Helvetica Neue"/>
              <a:ea typeface="Helvetica Neue"/>
              <a:cs typeface="Helvetica Neue"/>
              <a:sym typeface="Helvetica Neue"/>
            </a:endParaRPr>
          </a:p>
        </p:txBody>
      </p:sp>
      <p:sp>
        <p:nvSpPr>
          <p:cNvPr id="185" name="Google Shape;185;p27"/>
          <p:cNvSpPr txBox="1"/>
          <p:nvPr/>
        </p:nvSpPr>
        <p:spPr>
          <a:xfrm>
            <a:off x="744100" y="725725"/>
            <a:ext cx="7610100" cy="417300"/>
          </a:xfrm>
          <a:prstGeom prst="rect">
            <a:avLst/>
          </a:prstGeom>
          <a:noFill/>
          <a:ln>
            <a:noFill/>
          </a:ln>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r>
              <a:rPr lang="en" sz="1800" i="1">
                <a:solidFill>
                  <a:schemeClr val="dk1"/>
                </a:solidFill>
                <a:latin typeface="Helvetica Neue Light"/>
                <a:ea typeface="Helvetica Neue Light"/>
                <a:cs typeface="Helvetica Neue Light"/>
                <a:sym typeface="Helvetica Neue Light"/>
              </a:rPr>
              <a:t>The likelihood of individual i sending a message to individual j is greater if (a) i has sent a message to j recently</a:t>
            </a:r>
            <a:endParaRPr sz="1800" i="1">
              <a:solidFill>
                <a:schemeClr val="dk1"/>
              </a:solidFill>
              <a:latin typeface="Helvetica Neue Light"/>
              <a:ea typeface="Helvetica Neue Light"/>
              <a:cs typeface="Helvetica Neue Light"/>
              <a:sym typeface="Helvetica Neue Light"/>
            </a:endParaRPr>
          </a:p>
          <a:p>
            <a:pPr marL="0" lvl="0" indent="0" algn="l" rtl="0">
              <a:spcBef>
                <a:spcPts val="0"/>
              </a:spcBef>
              <a:spcAft>
                <a:spcPts val="0"/>
              </a:spcAft>
              <a:buNone/>
            </a:pPr>
            <a:endParaRPr sz="1000">
              <a:latin typeface="Helvetica Neue Light"/>
              <a:ea typeface="Helvetica Neue Light"/>
              <a:cs typeface="Helvetica Neue Light"/>
              <a:sym typeface="Helvetica Neue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8"/>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Hazard Ratio</a:t>
            </a:r>
            <a:endParaRPr/>
          </a:p>
        </p:txBody>
      </p:sp>
      <p:sp>
        <p:nvSpPr>
          <p:cNvPr id="191" name="Google Shape;191;p28"/>
          <p:cNvSpPr txBox="1">
            <a:spLocks noGrp="1"/>
          </p:cNvSpPr>
          <p:nvPr>
            <p:ph type="body" idx="1"/>
          </p:nvPr>
        </p:nvSpPr>
        <p:spPr>
          <a:xfrm>
            <a:off x="0" y="916400"/>
            <a:ext cx="9144000" cy="3850800"/>
          </a:xfrm>
          <a:prstGeom prst="rect">
            <a:avLst/>
          </a:prstGeom>
        </p:spPr>
        <p:txBody>
          <a:bodyPr spcFirstLastPara="1" wrap="square" lIns="91425" tIns="91425" rIns="91425" bIns="91425" anchor="t" anchorCtr="0">
            <a:noAutofit/>
          </a:bodyPr>
          <a:lstStyle/>
          <a:p>
            <a:pPr marL="457200" lvl="0" indent="-381000" algn="l" rtl="0">
              <a:spcBef>
                <a:spcPts val="1000"/>
              </a:spcBef>
              <a:spcAft>
                <a:spcPts val="0"/>
              </a:spcAft>
              <a:buSzPts val="2400"/>
              <a:buChar char="•"/>
            </a:pPr>
            <a:r>
              <a:rPr lang="en" sz="2400" b="1">
                <a:latin typeface="Helvetica Neue"/>
                <a:ea typeface="Helvetica Neue"/>
                <a:cs typeface="Helvetica Neue"/>
                <a:sym typeface="Helvetica Neue"/>
              </a:rPr>
              <a:t>The hazard ratio</a:t>
            </a:r>
            <a:r>
              <a:rPr lang="en" sz="2400"/>
              <a:t> is a comparison between the probability of [relational] events in a (treatment) group </a:t>
            </a:r>
            <a:r>
              <a:rPr lang="en" sz="2400" b="1">
                <a:latin typeface="Helvetica Neue"/>
                <a:ea typeface="Helvetica Neue"/>
                <a:cs typeface="Helvetica Neue"/>
                <a:sym typeface="Helvetica Neue"/>
              </a:rPr>
              <a:t>[sending a message]</a:t>
            </a:r>
            <a:r>
              <a:rPr lang="en" sz="2400"/>
              <a:t> and the probability of events in a (control) group </a:t>
            </a:r>
            <a:r>
              <a:rPr lang="en" sz="2400" b="1">
                <a:latin typeface="Helvetica Neue"/>
                <a:ea typeface="Helvetica Neue"/>
                <a:cs typeface="Helvetica Neue"/>
                <a:sym typeface="Helvetica Neue"/>
              </a:rPr>
              <a:t>[not sending it]</a:t>
            </a:r>
            <a:r>
              <a:rPr lang="en" sz="2400"/>
              <a:t>.</a:t>
            </a:r>
            <a:endParaRPr sz="2400"/>
          </a:p>
          <a:p>
            <a:pPr marL="0" lvl="0" indent="0" algn="l" rtl="0">
              <a:spcBef>
                <a:spcPts val="1000"/>
              </a:spcBef>
              <a:spcAft>
                <a:spcPts val="0"/>
              </a:spcAft>
              <a:buNone/>
            </a:pPr>
            <a:endParaRPr sz="2400"/>
          </a:p>
          <a:p>
            <a:pPr marL="457200" lvl="0" indent="-381000" algn="l" rtl="0">
              <a:spcBef>
                <a:spcPts val="1000"/>
              </a:spcBef>
              <a:spcAft>
                <a:spcPts val="0"/>
              </a:spcAft>
              <a:buSzPts val="2400"/>
              <a:buChar char="•"/>
            </a:pPr>
            <a:r>
              <a:rPr lang="en" sz="2400"/>
              <a:t>It’s used to see whether </a:t>
            </a:r>
            <a:r>
              <a:rPr lang="en" sz="2400" b="1">
                <a:latin typeface="Helvetica Neue"/>
                <a:ea typeface="Helvetica Neue"/>
                <a:cs typeface="Helvetica Neue"/>
                <a:sym typeface="Helvetica Neue"/>
              </a:rPr>
              <a:t>sending a message</a:t>
            </a:r>
            <a:r>
              <a:rPr lang="en" sz="2400"/>
              <a:t> occurs higher (or lower) than </a:t>
            </a:r>
            <a:r>
              <a:rPr lang="en" sz="2400" b="1">
                <a:latin typeface="Helvetica Neue"/>
                <a:ea typeface="Helvetica Neue"/>
                <a:cs typeface="Helvetica Neue"/>
                <a:sym typeface="Helvetica Neue"/>
              </a:rPr>
              <a:t>not sending it</a:t>
            </a:r>
            <a:r>
              <a:rPr lang="en" sz="2400"/>
              <a:t> under the condition of a particular sequential structural signature (SSS)</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9"/>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Hazard Ratio</a:t>
            </a:r>
            <a:endParaRPr/>
          </a:p>
        </p:txBody>
      </p:sp>
      <p:sp>
        <p:nvSpPr>
          <p:cNvPr id="197" name="Google Shape;197;p29"/>
          <p:cNvSpPr txBox="1">
            <a:spLocks noGrp="1"/>
          </p:cNvSpPr>
          <p:nvPr>
            <p:ph type="body" idx="1"/>
          </p:nvPr>
        </p:nvSpPr>
        <p:spPr>
          <a:xfrm>
            <a:off x="0" y="916400"/>
            <a:ext cx="9144000" cy="3850800"/>
          </a:xfrm>
          <a:prstGeom prst="rect">
            <a:avLst/>
          </a:prstGeom>
        </p:spPr>
        <p:txBody>
          <a:bodyPr spcFirstLastPara="1" wrap="square" lIns="91425" tIns="91425" rIns="91425" bIns="91425" anchor="t" anchorCtr="0">
            <a:noAutofit/>
          </a:bodyPr>
          <a:lstStyle/>
          <a:p>
            <a:pPr marL="457200" lvl="0" indent="-381000" algn="l" rtl="0">
              <a:spcBef>
                <a:spcPts val="1000"/>
              </a:spcBef>
              <a:spcAft>
                <a:spcPts val="0"/>
              </a:spcAft>
              <a:buSzPts val="2400"/>
              <a:buChar char="•"/>
            </a:pPr>
            <a:r>
              <a:rPr lang="en" sz="2400" b="1">
                <a:latin typeface="Helvetica Neue"/>
                <a:ea typeface="Helvetica Neue"/>
                <a:cs typeface="Helvetica Neue"/>
                <a:sym typeface="Helvetica Neue"/>
              </a:rPr>
              <a:t>A hazard ratio of 3</a:t>
            </a:r>
            <a:r>
              <a:rPr lang="en" sz="2400"/>
              <a:t> means that three times the number of relational events are seen in sending a message at any point in time. Any ratio above 1 generally means that sending a message is more likely to occur than not sending it.</a:t>
            </a:r>
            <a:endParaRPr sz="2400"/>
          </a:p>
          <a:p>
            <a:pPr marL="457200" lvl="0" indent="-381000" algn="l" rtl="0">
              <a:spcBef>
                <a:spcPts val="0"/>
              </a:spcBef>
              <a:spcAft>
                <a:spcPts val="0"/>
              </a:spcAft>
              <a:buSzPts val="2400"/>
              <a:buChar char="•"/>
            </a:pPr>
            <a:r>
              <a:rPr lang="en" sz="2400" b="1">
                <a:latin typeface="Helvetica Neue"/>
                <a:ea typeface="Helvetica Neue"/>
                <a:cs typeface="Helvetica Neue"/>
                <a:sym typeface="Helvetica Neue"/>
              </a:rPr>
              <a:t>A hazard ratio of 1</a:t>
            </a:r>
            <a:r>
              <a:rPr lang="en" sz="2400"/>
              <a:t> means that both sending a message and not sending it are experiencing an equal number of events at any point in time.</a:t>
            </a:r>
            <a:endParaRPr sz="2400"/>
          </a:p>
          <a:p>
            <a:pPr marL="457200" lvl="0" indent="-381000" algn="l" rtl="0">
              <a:spcBef>
                <a:spcPts val="0"/>
              </a:spcBef>
              <a:spcAft>
                <a:spcPts val="0"/>
              </a:spcAft>
              <a:buSzPts val="2400"/>
              <a:buChar char="•"/>
            </a:pPr>
            <a:r>
              <a:rPr lang="en" sz="2400" b="1">
                <a:latin typeface="Helvetica Neue"/>
                <a:ea typeface="Helvetica Neue"/>
                <a:cs typeface="Helvetica Neue"/>
                <a:sym typeface="Helvetica Neue"/>
              </a:rPr>
              <a:t>A hazard ratio of 0.33</a:t>
            </a:r>
            <a:r>
              <a:rPr lang="en" sz="2400"/>
              <a:t> tells you that the hazard rate in sending a message is one third of that in not sending it.</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0"/>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H1b: Repetition/RSndSnd</a:t>
            </a:r>
            <a:endParaRPr/>
          </a:p>
        </p:txBody>
      </p:sp>
      <p:sp>
        <p:nvSpPr>
          <p:cNvPr id="203" name="Google Shape;203;p30"/>
          <p:cNvSpPr txBox="1">
            <a:spLocks noGrp="1"/>
          </p:cNvSpPr>
          <p:nvPr>
            <p:ph type="body" idx="1"/>
          </p:nvPr>
        </p:nvSpPr>
        <p:spPr>
          <a:xfrm>
            <a:off x="0" y="916400"/>
            <a:ext cx="9144000" cy="38508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None/>
            </a:pPr>
            <a:r>
              <a:rPr lang="en" sz="2600"/>
              <a:t>Run exp(1.1998e-03)</a:t>
            </a:r>
            <a:endParaRPr sz="2600"/>
          </a:p>
          <a:p>
            <a:pPr marL="0" lvl="0" indent="0" algn="l" rtl="0">
              <a:spcBef>
                <a:spcPts val="1000"/>
              </a:spcBef>
              <a:spcAft>
                <a:spcPts val="0"/>
              </a:spcAft>
              <a:buNone/>
            </a:pPr>
            <a:r>
              <a:rPr lang="en" sz="2600"/>
              <a:t>→ 1.001201 [Hazard Ratio]</a:t>
            </a:r>
            <a:endParaRPr sz="2600"/>
          </a:p>
          <a:p>
            <a:pPr marL="0" lvl="0" indent="0" algn="l" rtl="0">
              <a:spcBef>
                <a:spcPts val="1000"/>
              </a:spcBef>
              <a:spcAft>
                <a:spcPts val="0"/>
              </a:spcAft>
              <a:buNone/>
            </a:pPr>
            <a:endParaRPr sz="2600"/>
          </a:p>
          <a:p>
            <a:pPr marL="457200" lvl="0" indent="-393700" algn="l" rtl="0">
              <a:spcBef>
                <a:spcPts val="1000"/>
              </a:spcBef>
              <a:spcAft>
                <a:spcPts val="0"/>
              </a:spcAft>
              <a:buSzPts val="2600"/>
              <a:buChar char="•"/>
            </a:pPr>
            <a:r>
              <a:rPr lang="en" sz="2600"/>
              <a:t>How likely is it that an individual will send a message to their prior communication partner?</a:t>
            </a:r>
            <a:endParaRPr sz="2600"/>
          </a:p>
          <a:p>
            <a:pPr marL="914400" lvl="1" indent="-368300" algn="l" rtl="0">
              <a:spcBef>
                <a:spcPts val="0"/>
              </a:spcBef>
              <a:spcAft>
                <a:spcPts val="0"/>
              </a:spcAft>
              <a:buSzPts val="2200"/>
              <a:buChar char="•"/>
            </a:pPr>
            <a:r>
              <a:rPr lang="en" sz="2200" i="1"/>
              <a:t>The likelihood of individual i sending a message to individual j is </a:t>
            </a:r>
            <a:r>
              <a:rPr lang="en" sz="2200" b="1" i="1">
                <a:latin typeface="Helvetica Neue"/>
                <a:ea typeface="Helvetica Neue"/>
                <a:cs typeface="Helvetica Neue"/>
                <a:sym typeface="Helvetica Neue"/>
              </a:rPr>
              <a:t>1.001 times higher </a:t>
            </a:r>
            <a:r>
              <a:rPr lang="en" sz="2200" i="1"/>
              <a:t>than</a:t>
            </a:r>
            <a:r>
              <a:rPr lang="en" sz="2200" b="1" i="1">
                <a:latin typeface="Helvetica Neue"/>
                <a:ea typeface="Helvetica Neue"/>
                <a:cs typeface="Helvetica Neue"/>
                <a:sym typeface="Helvetica Neue"/>
              </a:rPr>
              <a:t> </a:t>
            </a:r>
            <a:r>
              <a:rPr lang="en" sz="2200" i="1"/>
              <a:t>the likelihood of the individual i </a:t>
            </a:r>
            <a:r>
              <a:rPr lang="en" sz="2200" b="1" i="1">
                <a:latin typeface="Helvetica Neue"/>
                <a:ea typeface="Helvetica Neue"/>
                <a:cs typeface="Helvetica Neue"/>
                <a:sym typeface="Helvetica Neue"/>
              </a:rPr>
              <a:t>not </a:t>
            </a:r>
            <a:r>
              <a:rPr lang="en" sz="2200" i="1"/>
              <a:t>sending a message to individual j </a:t>
            </a:r>
            <a:r>
              <a:rPr lang="en" sz="2200" i="1" u="sng"/>
              <a:t>if i has sent a message to j recently</a:t>
            </a:r>
            <a:endParaRPr sz="2200" i="1" u="sng"/>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1"/>
          <p:cNvSpPr txBox="1">
            <a:spLocks noGrp="1"/>
          </p:cNvSpPr>
          <p:nvPr>
            <p:ph type="title"/>
          </p:nvPr>
        </p:nvSpPr>
        <p:spPr>
          <a:xfrm>
            <a:off x="0" y="30080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Model Comparison</a:t>
            </a:r>
            <a:endParaRPr/>
          </a:p>
        </p:txBody>
      </p:sp>
      <p:sp>
        <p:nvSpPr>
          <p:cNvPr id="209" name="Google Shape;209;p31"/>
          <p:cNvSpPr txBox="1">
            <a:spLocks noGrp="1"/>
          </p:cNvSpPr>
          <p:nvPr>
            <p:ph type="body" idx="1"/>
          </p:nvPr>
        </p:nvSpPr>
        <p:spPr>
          <a:xfrm>
            <a:off x="0" y="916400"/>
            <a:ext cx="9144000" cy="3850800"/>
          </a:xfrm>
          <a:prstGeom prst="rect">
            <a:avLst/>
          </a:prstGeom>
        </p:spPr>
        <p:txBody>
          <a:bodyPr spcFirstLastPara="1" wrap="square" lIns="91425" tIns="91425" rIns="91425" bIns="91425" anchor="t" anchorCtr="0">
            <a:noAutofit/>
          </a:bodyPr>
          <a:lstStyle/>
          <a:p>
            <a:pPr marL="457200" lvl="0" indent="-381000" algn="l" rtl="0">
              <a:spcBef>
                <a:spcPts val="1000"/>
              </a:spcBef>
              <a:spcAft>
                <a:spcPts val="0"/>
              </a:spcAft>
              <a:buSzPts val="2400"/>
              <a:buChar char="•"/>
            </a:pPr>
            <a:r>
              <a:rPr lang="en" sz="2400"/>
              <a:t>Use the Bayesian Information Criterion (BIC) to compare models: </a:t>
            </a:r>
            <a:endParaRPr sz="2400"/>
          </a:p>
          <a:p>
            <a:pPr marL="914400" lvl="1" indent="-368300" algn="l" rtl="0">
              <a:spcBef>
                <a:spcPts val="0"/>
              </a:spcBef>
              <a:spcAft>
                <a:spcPts val="0"/>
              </a:spcAft>
              <a:buSzPts val="2200"/>
              <a:buChar char="•"/>
            </a:pPr>
            <a:r>
              <a:rPr lang="en" sz="2200"/>
              <a:t>given the same data, </a:t>
            </a:r>
            <a:r>
              <a:rPr lang="en" sz="2200" i="1"/>
              <a:t>lower BIC is better</a:t>
            </a:r>
            <a:endParaRPr sz="2200"/>
          </a:p>
        </p:txBody>
      </p:sp>
      <p:pic>
        <p:nvPicPr>
          <p:cNvPr id="210" name="Google Shape;210;p31"/>
          <p:cNvPicPr preferRelativeResize="0"/>
          <p:nvPr/>
        </p:nvPicPr>
        <p:blipFill rotWithShape="1">
          <a:blip r:embed="rId3">
            <a:alphaModFix/>
          </a:blip>
          <a:srcRect l="1216" t="54942" r="74353" b="11306"/>
          <a:stretch/>
        </p:blipFill>
        <p:spPr>
          <a:xfrm>
            <a:off x="4810225" y="2229075"/>
            <a:ext cx="2919726" cy="2268100"/>
          </a:xfrm>
          <a:prstGeom prst="rect">
            <a:avLst/>
          </a:prstGeom>
          <a:noFill/>
          <a:ln>
            <a:noFill/>
          </a:ln>
        </p:spPr>
      </p:pic>
      <p:pic>
        <p:nvPicPr>
          <p:cNvPr id="211" name="Google Shape;211;p31"/>
          <p:cNvPicPr preferRelativeResize="0"/>
          <p:nvPr/>
        </p:nvPicPr>
        <p:blipFill rotWithShape="1">
          <a:blip r:embed="rId4">
            <a:alphaModFix/>
          </a:blip>
          <a:srcRect l="1217" t="57024" r="73874" b="12272"/>
          <a:stretch/>
        </p:blipFill>
        <p:spPr>
          <a:xfrm>
            <a:off x="1143925" y="2280800"/>
            <a:ext cx="3123274" cy="2164650"/>
          </a:xfrm>
          <a:prstGeom prst="rect">
            <a:avLst/>
          </a:prstGeom>
          <a:noFill/>
          <a:ln>
            <a:noFill/>
          </a:ln>
        </p:spPr>
      </p:pic>
      <p:sp>
        <p:nvSpPr>
          <p:cNvPr id="212" name="Google Shape;212;p31"/>
          <p:cNvSpPr/>
          <p:nvPr/>
        </p:nvSpPr>
        <p:spPr>
          <a:xfrm>
            <a:off x="2602725" y="4249300"/>
            <a:ext cx="1524600" cy="247800"/>
          </a:xfrm>
          <a:prstGeom prst="rect">
            <a:avLst/>
          </a:prstGeom>
          <a:noFill/>
          <a:ln w="28575" cap="flat" cmpd="sng">
            <a:solidFill>
              <a:srgbClr val="4E2A8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1"/>
          <p:cNvSpPr/>
          <p:nvPr/>
        </p:nvSpPr>
        <p:spPr>
          <a:xfrm>
            <a:off x="6205350" y="4302550"/>
            <a:ext cx="1524600" cy="247800"/>
          </a:xfrm>
          <a:prstGeom prst="rect">
            <a:avLst/>
          </a:prstGeom>
          <a:noFill/>
          <a:ln w="28575" cap="flat" cmpd="sng">
            <a:solidFill>
              <a:srgbClr val="4E2A8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4" name="Google Shape;214;p31"/>
          <p:cNvCxnSpPr>
            <a:stCxn id="212" idx="2"/>
            <a:endCxn id="213" idx="2"/>
          </p:cNvCxnSpPr>
          <p:nvPr/>
        </p:nvCxnSpPr>
        <p:spPr>
          <a:xfrm rot="-5400000" flipH="1">
            <a:off x="5139675" y="2722450"/>
            <a:ext cx="53400" cy="3602700"/>
          </a:xfrm>
          <a:prstGeom prst="curvedConnector3">
            <a:avLst>
              <a:gd name="adj1" fmla="val 545646"/>
            </a:avLst>
          </a:prstGeom>
          <a:noFill/>
          <a:ln w="28575" cap="flat" cmpd="sng">
            <a:solidFill>
              <a:srgbClr val="4E2A84"/>
            </a:solidFill>
            <a:prstDash val="solid"/>
            <a:round/>
            <a:headEnd type="none" w="med" len="med"/>
            <a:tailEnd type="non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2"/>
          <p:cNvSpPr txBox="1">
            <a:spLocks noGrp="1"/>
          </p:cNvSpPr>
          <p:nvPr>
            <p:ph type="title"/>
          </p:nvPr>
        </p:nvSpPr>
        <p:spPr>
          <a:xfrm>
            <a:off x="0" y="2263955"/>
            <a:ext cx="9144000" cy="61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t>Q &amp; A</a:t>
            </a:r>
            <a:endParaRPr b="1"/>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2110</Words>
  <Application>Microsoft Office PowerPoint</Application>
  <PresentationFormat>On-screen Show (16:9)</PresentationFormat>
  <Paragraphs>133</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Helvetica Neue Light</vt:lpstr>
      <vt:lpstr>Helvetica Neue</vt:lpstr>
      <vt:lpstr>Roboto</vt:lpstr>
      <vt:lpstr>Arial</vt:lpstr>
      <vt:lpstr>Calibri</vt:lpstr>
      <vt:lpstr>Office Theme</vt:lpstr>
      <vt:lpstr>Lab 4b</vt:lpstr>
      <vt:lpstr>Reminder about Lab 4</vt:lpstr>
      <vt:lpstr>When to use REM?</vt:lpstr>
      <vt:lpstr>MTS Skype Communication Data</vt:lpstr>
      <vt:lpstr>Part I - Hypothesis Construction</vt:lpstr>
      <vt:lpstr>Constructing Hypotheses</vt:lpstr>
      <vt:lpstr>Part II - Hypothesis Testing</vt:lpstr>
      <vt:lpstr>Testing Hypotheses</vt:lpstr>
      <vt:lpstr>Results of Model 1</vt:lpstr>
      <vt:lpstr>Results of Model 1</vt:lpstr>
      <vt:lpstr>H1a: Repetition/RSndSnd</vt:lpstr>
      <vt:lpstr>Hazard Ratio</vt:lpstr>
      <vt:lpstr>Hazard Ratio</vt:lpstr>
      <vt:lpstr>H1b: Repetition/RSndSnd</vt:lpstr>
      <vt:lpstr>Model Comparison</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4b</dc:title>
  <cp:lastModifiedBy>Vsevolod Suschevskiy</cp:lastModifiedBy>
  <cp:revision>1</cp:revision>
  <dcterms:modified xsi:type="dcterms:W3CDTF">2024-05-02T03:52:57Z</dcterms:modified>
</cp:coreProperties>
</file>